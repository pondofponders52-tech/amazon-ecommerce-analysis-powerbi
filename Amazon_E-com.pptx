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58" r:id="rId5"/>
    <p:sldId id="259" r:id="rId6"/>
    <p:sldId id="260" r:id="rId7"/>
    <p:sldId id="275" r:id="rId8"/>
    <p:sldId id="276" r:id="rId9"/>
    <p:sldId id="262" r:id="rId10"/>
    <p:sldId id="263" r:id="rId11"/>
    <p:sldId id="264" r:id="rId12"/>
    <p:sldId id="265" r:id="rId13"/>
    <p:sldId id="266" r:id="rId14"/>
    <p:sldId id="267" r:id="rId15"/>
    <p:sldId id="27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BADAD5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hina ghosh" userId="64efccdeaea84583" providerId="LiveId" clId="{3D041417-5BD2-480F-B7C5-04AC4181D60D}"/>
    <pc:docChg chg="undo custSel addSld delSld modSld">
      <pc:chgData name="tuhina ghosh" userId="64efccdeaea84583" providerId="LiveId" clId="{3D041417-5BD2-480F-B7C5-04AC4181D60D}" dt="2025-11-02T22:02:27.187" v="1069"/>
      <pc:docMkLst>
        <pc:docMk/>
      </pc:docMkLst>
      <pc:sldChg chg="modSp mod">
        <pc:chgData name="tuhina ghosh" userId="64efccdeaea84583" providerId="LiveId" clId="{3D041417-5BD2-480F-B7C5-04AC4181D60D}" dt="2025-11-02T18:59:35.779" v="978" actId="255"/>
        <pc:sldMkLst>
          <pc:docMk/>
          <pc:sldMk cId="1824347163" sldId="256"/>
        </pc:sldMkLst>
        <pc:spChg chg="mod">
          <ac:chgData name="tuhina ghosh" userId="64efccdeaea84583" providerId="LiveId" clId="{3D041417-5BD2-480F-B7C5-04AC4181D60D}" dt="2025-11-02T18:59:35.779" v="978" actId="255"/>
          <ac:spMkLst>
            <pc:docMk/>
            <pc:sldMk cId="1824347163" sldId="256"/>
            <ac:spMk id="6" creationId="{53DB86E4-006C-03B2-AC6B-1B35BD74DC41}"/>
          </ac:spMkLst>
        </pc:spChg>
        <pc:spChg chg="mod">
          <ac:chgData name="tuhina ghosh" userId="64efccdeaea84583" providerId="LiveId" clId="{3D041417-5BD2-480F-B7C5-04AC4181D60D}" dt="2025-11-02T18:59:08.700" v="976" actId="1076"/>
          <ac:spMkLst>
            <pc:docMk/>
            <pc:sldMk cId="1824347163" sldId="256"/>
            <ac:spMk id="7" creationId="{1DAB1687-F670-1329-9A1F-C7CD9C94D358}"/>
          </ac:spMkLst>
        </pc:spChg>
        <pc:spChg chg="mod">
          <ac:chgData name="tuhina ghosh" userId="64efccdeaea84583" providerId="LiveId" clId="{3D041417-5BD2-480F-B7C5-04AC4181D60D}" dt="2025-11-02T18:59:01.374" v="975" actId="1076"/>
          <ac:spMkLst>
            <pc:docMk/>
            <pc:sldMk cId="1824347163" sldId="256"/>
            <ac:spMk id="9" creationId="{9442E041-FD67-6285-3F11-8E780C234E0E}"/>
          </ac:spMkLst>
        </pc:spChg>
      </pc:sldChg>
      <pc:sldChg chg="addSp delSp modSp mod">
        <pc:chgData name="tuhina ghosh" userId="64efccdeaea84583" providerId="LiveId" clId="{3D041417-5BD2-480F-B7C5-04AC4181D60D}" dt="2025-11-02T18:59:22.579" v="977" actId="1076"/>
        <pc:sldMkLst>
          <pc:docMk/>
          <pc:sldMk cId="744854569" sldId="257"/>
        </pc:sldMkLst>
        <pc:spChg chg="add mod">
          <ac:chgData name="tuhina ghosh" userId="64efccdeaea84583" providerId="LiveId" clId="{3D041417-5BD2-480F-B7C5-04AC4181D60D}" dt="2025-11-02T18:43:09.641" v="831" actId="2711"/>
          <ac:spMkLst>
            <pc:docMk/>
            <pc:sldMk cId="744854569" sldId="257"/>
            <ac:spMk id="3" creationId="{E2DF0697-B80F-5CC3-ABD5-D1CEC3765CD3}"/>
          </ac:spMkLst>
        </pc:spChg>
        <pc:spChg chg="add mod">
          <ac:chgData name="tuhina ghosh" userId="64efccdeaea84583" providerId="LiveId" clId="{3D041417-5BD2-480F-B7C5-04AC4181D60D}" dt="2025-11-02T17:29:14.130" v="612" actId="1076"/>
          <ac:spMkLst>
            <pc:docMk/>
            <pc:sldMk cId="744854569" sldId="257"/>
            <ac:spMk id="6" creationId="{6739B658-B5A1-F146-1FA3-EFD7A42251DB}"/>
          </ac:spMkLst>
        </pc:spChg>
        <pc:picChg chg="mod">
          <ac:chgData name="tuhina ghosh" userId="64efccdeaea84583" providerId="LiveId" clId="{3D041417-5BD2-480F-B7C5-04AC4181D60D}" dt="2025-11-02T17:29:17.900" v="614" actId="1035"/>
          <ac:picMkLst>
            <pc:docMk/>
            <pc:sldMk cId="744854569" sldId="257"/>
            <ac:picMk id="5" creationId="{98BE1EAC-4A43-3D99-0196-B71AD72D2525}"/>
          </ac:picMkLst>
        </pc:picChg>
        <pc:picChg chg="add del mod">
          <ac:chgData name="tuhina ghosh" userId="64efccdeaea84583" providerId="LiveId" clId="{3D041417-5BD2-480F-B7C5-04AC4181D60D}" dt="2025-11-01T20:33:20.154" v="401" actId="478"/>
          <ac:picMkLst>
            <pc:docMk/>
            <pc:sldMk cId="744854569" sldId="257"/>
            <ac:picMk id="1026" creationId="{88A17B16-50FB-0E3B-1167-A8ECDA8A34D2}"/>
          </ac:picMkLst>
        </pc:picChg>
        <pc:picChg chg="add">
          <ac:chgData name="tuhina ghosh" userId="64efccdeaea84583" providerId="LiveId" clId="{3D041417-5BD2-480F-B7C5-04AC4181D60D}" dt="2025-11-01T20:33:20.924" v="402"/>
          <ac:picMkLst>
            <pc:docMk/>
            <pc:sldMk cId="744854569" sldId="257"/>
            <ac:picMk id="2050" creationId="{E3353F0F-98BB-51B2-F6B7-D43E2DD9415E}"/>
          </ac:picMkLst>
        </pc:picChg>
        <pc:picChg chg="add mod">
          <ac:chgData name="tuhina ghosh" userId="64efccdeaea84583" providerId="LiveId" clId="{3D041417-5BD2-480F-B7C5-04AC4181D60D}" dt="2025-11-02T18:59:22.579" v="977" actId="1076"/>
          <ac:picMkLst>
            <pc:docMk/>
            <pc:sldMk cId="744854569" sldId="257"/>
            <ac:picMk id="2052" creationId="{518AE0F4-9BA0-089A-FA8C-AE9C68BA6578}"/>
          </ac:picMkLst>
        </pc:picChg>
      </pc:sldChg>
      <pc:sldChg chg="addSp delSp modSp mod">
        <pc:chgData name="tuhina ghosh" userId="64efccdeaea84583" providerId="LiveId" clId="{3D041417-5BD2-480F-B7C5-04AC4181D60D}" dt="2025-11-02T18:43:21.048" v="833" actId="2711"/>
        <pc:sldMkLst>
          <pc:docMk/>
          <pc:sldMk cId="2748136343" sldId="258"/>
        </pc:sldMkLst>
        <pc:spChg chg="add mod">
          <ac:chgData name="tuhina ghosh" userId="64efccdeaea84583" providerId="LiveId" clId="{3D041417-5BD2-480F-B7C5-04AC4181D60D}" dt="2025-11-02T18:43:21.048" v="833" actId="2711"/>
          <ac:spMkLst>
            <pc:docMk/>
            <pc:sldMk cId="2748136343" sldId="258"/>
            <ac:spMk id="3" creationId="{77EBB420-4888-C25F-3A35-6559ED13338B}"/>
          </ac:spMkLst>
        </pc:spChg>
        <pc:spChg chg="add mod">
          <ac:chgData name="tuhina ghosh" userId="64efccdeaea84583" providerId="LiveId" clId="{3D041417-5BD2-480F-B7C5-04AC4181D60D}" dt="2025-11-01T20:33:01.606" v="400" actId="1076"/>
          <ac:spMkLst>
            <pc:docMk/>
            <pc:sldMk cId="2748136343" sldId="258"/>
            <ac:spMk id="6" creationId="{82B8C2BF-6154-D765-C7E9-D65FF622D76B}"/>
          </ac:spMkLst>
        </pc:spChg>
        <pc:picChg chg="add del mod">
          <ac:chgData name="tuhina ghosh" userId="64efccdeaea84583" providerId="LiveId" clId="{3D041417-5BD2-480F-B7C5-04AC4181D60D}" dt="2025-11-01T20:32:54.749" v="395" actId="478"/>
          <ac:picMkLst>
            <pc:docMk/>
            <pc:sldMk cId="2748136343" sldId="258"/>
            <ac:picMk id="5" creationId="{FEAEA4AE-7D7E-13ED-BE0F-96DC5205B5A2}"/>
          </ac:picMkLst>
        </pc:picChg>
        <pc:picChg chg="add del mod">
          <ac:chgData name="tuhina ghosh" userId="64efccdeaea84583" providerId="LiveId" clId="{3D041417-5BD2-480F-B7C5-04AC4181D60D}" dt="2025-11-01T20:32:54.749" v="395" actId="478"/>
          <ac:picMkLst>
            <pc:docMk/>
            <pc:sldMk cId="2748136343" sldId="258"/>
            <ac:picMk id="1026" creationId="{9DEFB375-E7AF-A169-581D-193FA16070BF}"/>
          </ac:picMkLst>
        </pc:picChg>
      </pc:sldChg>
      <pc:sldChg chg="addSp modSp mod">
        <pc:chgData name="tuhina ghosh" userId="64efccdeaea84583" providerId="LiveId" clId="{3D041417-5BD2-480F-B7C5-04AC4181D60D}" dt="2025-11-02T22:02:27.187" v="1069"/>
        <pc:sldMkLst>
          <pc:docMk/>
          <pc:sldMk cId="1377627506" sldId="259"/>
        </pc:sldMkLst>
        <pc:spChg chg="add mod">
          <ac:chgData name="tuhina ghosh" userId="64efccdeaea84583" providerId="LiveId" clId="{3D041417-5BD2-480F-B7C5-04AC4181D60D}" dt="2025-11-02T22:02:27.187" v="1069"/>
          <ac:spMkLst>
            <pc:docMk/>
            <pc:sldMk cId="1377627506" sldId="259"/>
            <ac:spMk id="4" creationId="{53126E30-7B8E-896A-2717-1CD4374A3265}"/>
          </ac:spMkLst>
        </pc:spChg>
        <pc:spChg chg="add mod">
          <ac:chgData name="tuhina ghosh" userId="64efccdeaea84583" providerId="LiveId" clId="{3D041417-5BD2-480F-B7C5-04AC4181D60D}" dt="2025-11-02T18:43:28.347" v="834" actId="2711"/>
          <ac:spMkLst>
            <pc:docMk/>
            <pc:sldMk cId="1377627506" sldId="259"/>
            <ac:spMk id="6" creationId="{5678301C-3E64-F0AE-3CE1-D0084BF6D638}"/>
          </ac:spMkLst>
        </pc:spChg>
        <pc:picChg chg="add mod">
          <ac:chgData name="tuhina ghosh" userId="64efccdeaea84583" providerId="LiveId" clId="{3D041417-5BD2-480F-B7C5-04AC4181D60D}" dt="2025-11-02T17:30:01.701" v="617" actId="1036"/>
          <ac:picMkLst>
            <pc:docMk/>
            <pc:sldMk cId="1377627506" sldId="259"/>
            <ac:picMk id="3" creationId="{8A91DCCE-7C1F-FC9A-75EB-408747CFC2A7}"/>
          </ac:picMkLst>
        </pc:picChg>
      </pc:sldChg>
      <pc:sldChg chg="addSp delSp modSp new mod">
        <pc:chgData name="tuhina ghosh" userId="64efccdeaea84583" providerId="LiveId" clId="{3D041417-5BD2-480F-B7C5-04AC4181D60D}" dt="2025-11-02T19:07:46.209" v="1049" actId="255"/>
        <pc:sldMkLst>
          <pc:docMk/>
          <pc:sldMk cId="169943175" sldId="260"/>
        </pc:sldMkLst>
        <pc:spChg chg="add mod">
          <ac:chgData name="tuhina ghosh" userId="64efccdeaea84583" providerId="LiveId" clId="{3D041417-5BD2-480F-B7C5-04AC4181D60D}" dt="2025-11-02T19:07:46.209" v="1049" actId="255"/>
          <ac:spMkLst>
            <pc:docMk/>
            <pc:sldMk cId="169943175" sldId="260"/>
            <ac:spMk id="3" creationId="{00958F13-0987-AB37-005F-57410658C70D}"/>
          </ac:spMkLst>
        </pc:spChg>
        <pc:spChg chg="add mod">
          <ac:chgData name="tuhina ghosh" userId="64efccdeaea84583" providerId="LiveId" clId="{3D041417-5BD2-480F-B7C5-04AC4181D60D}" dt="2025-11-02T18:43:35.447" v="835" actId="2711"/>
          <ac:spMkLst>
            <pc:docMk/>
            <pc:sldMk cId="169943175" sldId="260"/>
            <ac:spMk id="6" creationId="{D540282A-6547-5061-0344-3601FF4B04C7}"/>
          </ac:spMkLst>
        </pc:spChg>
        <pc:spChg chg="add mod">
          <ac:chgData name="tuhina ghosh" userId="64efccdeaea84583" providerId="LiveId" clId="{3D041417-5BD2-480F-B7C5-04AC4181D60D}" dt="2025-11-02T18:43:43.658" v="837" actId="2711"/>
          <ac:spMkLst>
            <pc:docMk/>
            <pc:sldMk cId="169943175" sldId="260"/>
            <ac:spMk id="8" creationId="{8FFB295F-14A7-AB66-87CA-974B9B3BB7B5}"/>
          </ac:spMkLst>
        </pc:spChg>
        <pc:spChg chg="add mod">
          <ac:chgData name="tuhina ghosh" userId="64efccdeaea84583" providerId="LiveId" clId="{3D041417-5BD2-480F-B7C5-04AC4181D60D}" dt="2025-11-02T18:43:39.902" v="836" actId="2711"/>
          <ac:spMkLst>
            <pc:docMk/>
            <pc:sldMk cId="169943175" sldId="260"/>
            <ac:spMk id="10" creationId="{2E067C58-E676-A586-4262-BC35F6A82608}"/>
          </ac:spMkLst>
        </pc:spChg>
        <pc:picChg chg="add mod">
          <ac:chgData name="tuhina ghosh" userId="64efccdeaea84583" providerId="LiveId" clId="{3D041417-5BD2-480F-B7C5-04AC4181D60D}" dt="2025-11-02T17:07:26.713" v="585" actId="1076"/>
          <ac:picMkLst>
            <pc:docMk/>
            <pc:sldMk cId="169943175" sldId="260"/>
            <ac:picMk id="4" creationId="{E86D92DB-D465-D90A-C455-95DDA06C0BA1}"/>
          </ac:picMkLst>
        </pc:picChg>
        <pc:picChg chg="add mod">
          <ac:chgData name="tuhina ghosh" userId="64efccdeaea84583" providerId="LiveId" clId="{3D041417-5BD2-480F-B7C5-04AC4181D60D}" dt="2025-10-31T13:34:09.404" v="20" actId="931"/>
          <ac:picMkLst>
            <pc:docMk/>
            <pc:sldMk cId="169943175" sldId="260"/>
            <ac:picMk id="5" creationId="{A1BC9142-004D-2FC3-418B-34847435D74F}"/>
          </ac:picMkLst>
        </pc:picChg>
        <pc:picChg chg="add mod">
          <ac:chgData name="tuhina ghosh" userId="64efccdeaea84583" providerId="LiveId" clId="{3D041417-5BD2-480F-B7C5-04AC4181D60D}" dt="2025-11-02T17:17:25.540" v="591" actId="1076"/>
          <ac:picMkLst>
            <pc:docMk/>
            <pc:sldMk cId="169943175" sldId="260"/>
            <ac:picMk id="9" creationId="{2737916C-B589-D0DE-7B80-307E2CF8679D}"/>
          </ac:picMkLst>
        </pc:picChg>
        <pc:picChg chg="add mod">
          <ac:chgData name="tuhina ghosh" userId="64efccdeaea84583" providerId="LiveId" clId="{3D041417-5BD2-480F-B7C5-04AC4181D60D}" dt="2025-11-02T17:18:49.929" v="599" actId="1076"/>
          <ac:picMkLst>
            <pc:docMk/>
            <pc:sldMk cId="169943175" sldId="260"/>
            <ac:picMk id="12" creationId="{92D64719-A699-064F-0354-F6BCB952B963}"/>
          </ac:picMkLst>
        </pc:picChg>
      </pc:sldChg>
      <pc:sldChg chg="addSp delSp modSp new del mod">
        <pc:chgData name="tuhina ghosh" userId="64efccdeaea84583" providerId="LiveId" clId="{3D041417-5BD2-480F-B7C5-04AC4181D60D}" dt="2025-11-01T20:43:07.067" v="559" actId="47"/>
        <pc:sldMkLst>
          <pc:docMk/>
          <pc:sldMk cId="3915037623" sldId="261"/>
        </pc:sldMkLst>
        <pc:spChg chg="del">
          <ac:chgData name="tuhina ghosh" userId="64efccdeaea84583" providerId="LiveId" clId="{3D041417-5BD2-480F-B7C5-04AC4181D60D}" dt="2025-11-01T20:30:59.668" v="373" actId="21"/>
          <ac:spMkLst>
            <pc:docMk/>
            <pc:sldMk cId="3915037623" sldId="261"/>
            <ac:spMk id="2" creationId="{48501778-5DE3-2E2D-D612-5431013B3F02}"/>
          </ac:spMkLst>
        </pc:spChg>
        <pc:spChg chg="add mod ord">
          <ac:chgData name="tuhina ghosh" userId="64efccdeaea84583" providerId="LiveId" clId="{3D041417-5BD2-480F-B7C5-04AC4181D60D}" dt="2025-11-01T20:41:17.630" v="543" actId="171"/>
          <ac:spMkLst>
            <pc:docMk/>
            <pc:sldMk cId="3915037623" sldId="261"/>
            <ac:spMk id="3" creationId="{2A4BC744-B5DA-970B-1F1E-DA7332782288}"/>
          </ac:spMkLst>
        </pc:spChg>
        <pc:spChg chg="del">
          <ac:chgData name="tuhina ghosh" userId="64efccdeaea84583" providerId="LiveId" clId="{3D041417-5BD2-480F-B7C5-04AC4181D60D}" dt="2025-11-01T20:31:02.103" v="374" actId="21"/>
          <ac:spMkLst>
            <pc:docMk/>
            <pc:sldMk cId="3915037623" sldId="261"/>
            <ac:spMk id="3" creationId="{D508A078-3866-2B9D-FB33-0D807B5F89A5}"/>
          </ac:spMkLst>
        </pc:spChg>
        <pc:spChg chg="add mod ord">
          <ac:chgData name="tuhina ghosh" userId="64efccdeaea84583" providerId="LiveId" clId="{3D041417-5BD2-480F-B7C5-04AC4181D60D}" dt="2025-11-01T20:41:17.630" v="543" actId="171"/>
          <ac:spMkLst>
            <pc:docMk/>
            <pc:sldMk cId="3915037623" sldId="261"/>
            <ac:spMk id="5" creationId="{CB91A85E-F94C-64E0-8D19-0751E613462B}"/>
          </ac:spMkLst>
        </pc:spChg>
        <pc:spChg chg="add mod ord">
          <ac:chgData name="tuhina ghosh" userId="64efccdeaea84583" providerId="LiveId" clId="{3D041417-5BD2-480F-B7C5-04AC4181D60D}" dt="2025-11-01T20:41:17.630" v="543" actId="171"/>
          <ac:spMkLst>
            <pc:docMk/>
            <pc:sldMk cId="3915037623" sldId="261"/>
            <ac:spMk id="8" creationId="{F204C4F7-B495-B2F5-A78E-F3C7D0460152}"/>
          </ac:spMkLst>
        </pc:spChg>
        <pc:spChg chg="add mod ord">
          <ac:chgData name="tuhina ghosh" userId="64efccdeaea84583" providerId="LiveId" clId="{3D041417-5BD2-480F-B7C5-04AC4181D60D}" dt="2025-11-01T20:41:17.630" v="543" actId="171"/>
          <ac:spMkLst>
            <pc:docMk/>
            <pc:sldMk cId="3915037623" sldId="261"/>
            <ac:spMk id="10" creationId="{27AF6CC5-27F6-685E-925C-C33F771D8049}"/>
          </ac:spMkLst>
        </pc:spChg>
        <pc:picChg chg="add del mod">
          <ac:chgData name="tuhina ghosh" userId="64efccdeaea84583" providerId="LiveId" clId="{3D041417-5BD2-480F-B7C5-04AC4181D60D}" dt="2025-11-01T20:31:11.897" v="376" actId="478"/>
          <ac:picMkLst>
            <pc:docMk/>
            <pc:sldMk cId="3915037623" sldId="261"/>
            <ac:picMk id="5" creationId="{BE1A5D3F-B7BF-B5BF-3688-FDDFF4E4B6BE}"/>
          </ac:picMkLst>
        </pc:picChg>
        <pc:picChg chg="add del mod">
          <ac:chgData name="tuhina ghosh" userId="64efccdeaea84583" providerId="LiveId" clId="{3D041417-5BD2-480F-B7C5-04AC4181D60D}" dt="2025-11-01T20:40:54.795" v="540" actId="478"/>
          <ac:picMkLst>
            <pc:docMk/>
            <pc:sldMk cId="3915037623" sldId="261"/>
            <ac:picMk id="7" creationId="{B7769072-7759-ECAB-E41D-2AE08B88F5D7}"/>
          </ac:picMkLst>
        </pc:picChg>
        <pc:picChg chg="add del mod ord">
          <ac:chgData name="tuhina ghosh" userId="64efccdeaea84583" providerId="LiveId" clId="{3D041417-5BD2-480F-B7C5-04AC4181D60D}" dt="2025-11-01T20:41:32.427" v="544" actId="478"/>
          <ac:picMkLst>
            <pc:docMk/>
            <pc:sldMk cId="3915037623" sldId="261"/>
            <ac:picMk id="12" creationId="{55F42174-9E2D-E9CE-CD4E-E6B94BC82B69}"/>
          </ac:picMkLst>
        </pc:picChg>
        <pc:picChg chg="add del">
          <ac:chgData name="tuhina ghosh" userId="64efccdeaea84583" providerId="LiveId" clId="{3D041417-5BD2-480F-B7C5-04AC4181D60D}" dt="2025-11-01T20:36:36.214" v="420" actId="478"/>
          <ac:picMkLst>
            <pc:docMk/>
            <pc:sldMk cId="3915037623" sldId="261"/>
            <ac:picMk id="3074" creationId="{52D3D95E-AD66-4D0F-702D-9FC368DB5615}"/>
          </ac:picMkLst>
        </pc:picChg>
      </pc:sldChg>
      <pc:sldChg chg="addSp delSp modSp new mod">
        <pc:chgData name="tuhina ghosh" userId="64efccdeaea84583" providerId="LiveId" clId="{3D041417-5BD2-480F-B7C5-04AC4181D60D}" dt="2025-11-02T18:12:01.276" v="787" actId="14100"/>
        <pc:sldMkLst>
          <pc:docMk/>
          <pc:sldMk cId="110613477" sldId="262"/>
        </pc:sldMkLst>
        <pc:spChg chg="del">
          <ac:chgData name="tuhina ghosh" userId="64efccdeaea84583" providerId="LiveId" clId="{3D041417-5BD2-480F-B7C5-04AC4181D60D}" dt="2025-11-02T17:52:05.726" v="705" actId="21"/>
          <ac:spMkLst>
            <pc:docMk/>
            <pc:sldMk cId="110613477" sldId="262"/>
            <ac:spMk id="2" creationId="{F7E27B8E-68F5-B9B9-9F68-C8A3D0D7E4DB}"/>
          </ac:spMkLst>
        </pc:spChg>
        <pc:spChg chg="del">
          <ac:chgData name="tuhina ghosh" userId="64efccdeaea84583" providerId="LiveId" clId="{3D041417-5BD2-480F-B7C5-04AC4181D60D}" dt="2025-11-02T17:52:08.657" v="706" actId="21"/>
          <ac:spMkLst>
            <pc:docMk/>
            <pc:sldMk cId="110613477" sldId="262"/>
            <ac:spMk id="3" creationId="{271FCC7D-4256-98F9-CB52-E5B99845B8A4}"/>
          </ac:spMkLst>
        </pc:spChg>
        <pc:spChg chg="add del mod">
          <ac:chgData name="tuhina ghosh" userId="64efccdeaea84583" providerId="LiveId" clId="{3D041417-5BD2-480F-B7C5-04AC4181D60D}" dt="2025-11-02T17:53:09.341" v="709" actId="21"/>
          <ac:spMkLst>
            <pc:docMk/>
            <pc:sldMk cId="110613477" sldId="262"/>
            <ac:spMk id="6" creationId="{271FCC7D-4256-98F9-CB52-E5B99845B8A4}"/>
          </ac:spMkLst>
        </pc:spChg>
        <pc:spChg chg="add mod">
          <ac:chgData name="tuhina ghosh" userId="64efccdeaea84583" providerId="LiveId" clId="{3D041417-5BD2-480F-B7C5-04AC4181D60D}" dt="2025-11-02T17:53:57.789" v="717" actId="1076"/>
          <ac:spMkLst>
            <pc:docMk/>
            <pc:sldMk cId="110613477" sldId="262"/>
            <ac:spMk id="8" creationId="{D600C816-C3A7-64C6-6E0A-B01FD023F219}"/>
          </ac:spMkLst>
        </pc:spChg>
        <pc:spChg chg="add mod">
          <ac:chgData name="tuhina ghosh" userId="64efccdeaea84583" providerId="LiveId" clId="{3D041417-5BD2-480F-B7C5-04AC4181D60D}" dt="2025-11-02T18:12:01.276" v="787" actId="14100"/>
          <ac:spMkLst>
            <pc:docMk/>
            <pc:sldMk cId="110613477" sldId="262"/>
            <ac:spMk id="10" creationId="{9B7A241E-D027-F089-83B9-F48531476B9C}"/>
          </ac:spMkLst>
        </pc:spChg>
        <pc:picChg chg="add mod">
          <ac:chgData name="tuhina ghosh" userId="64efccdeaea84583" providerId="LiveId" clId="{3D041417-5BD2-480F-B7C5-04AC4181D60D}" dt="2025-11-02T17:53:02.310" v="707" actId="931"/>
          <ac:picMkLst>
            <pc:docMk/>
            <pc:sldMk cId="110613477" sldId="262"/>
            <ac:picMk id="5" creationId="{1437A127-7A57-A50A-B1B8-208421B09E71}"/>
          </ac:picMkLst>
        </pc:picChg>
        <pc:picChg chg="add mod">
          <ac:chgData name="tuhina ghosh" userId="64efccdeaea84583" providerId="LiveId" clId="{3D041417-5BD2-480F-B7C5-04AC4181D60D}" dt="2025-11-02T17:56:33.308" v="729" actId="14100"/>
          <ac:picMkLst>
            <pc:docMk/>
            <pc:sldMk cId="110613477" sldId="262"/>
            <ac:picMk id="12" creationId="{9B4935DC-342A-0812-1C91-2C421D751734}"/>
          </ac:picMkLst>
        </pc:picChg>
        <pc:picChg chg="add mod">
          <ac:chgData name="tuhina ghosh" userId="64efccdeaea84583" providerId="LiveId" clId="{3D041417-5BD2-480F-B7C5-04AC4181D60D}" dt="2025-11-02T17:57:43.139" v="736" actId="1076"/>
          <ac:picMkLst>
            <pc:docMk/>
            <pc:sldMk cId="110613477" sldId="262"/>
            <ac:picMk id="14" creationId="{D108C7E7-F63B-6B81-E5C8-B49680E7952D}"/>
          </ac:picMkLst>
        </pc:picChg>
      </pc:sldChg>
      <pc:sldChg chg="addSp delSp modSp new mod">
        <pc:chgData name="tuhina ghosh" userId="64efccdeaea84583" providerId="LiveId" clId="{3D041417-5BD2-480F-B7C5-04AC4181D60D}" dt="2025-11-02T18:12:39.505" v="790" actId="1076"/>
        <pc:sldMkLst>
          <pc:docMk/>
          <pc:sldMk cId="2020728700" sldId="263"/>
        </pc:sldMkLst>
        <pc:spChg chg="del">
          <ac:chgData name="tuhina ghosh" userId="64efccdeaea84583" providerId="LiveId" clId="{3D041417-5BD2-480F-B7C5-04AC4181D60D}" dt="2025-11-02T18:00:25.746" v="746" actId="21"/>
          <ac:spMkLst>
            <pc:docMk/>
            <pc:sldMk cId="2020728700" sldId="263"/>
            <ac:spMk id="2" creationId="{613BF8DC-7FB5-2949-DA1D-B5A9456552DE}"/>
          </ac:spMkLst>
        </pc:spChg>
        <pc:spChg chg="del">
          <ac:chgData name="tuhina ghosh" userId="64efccdeaea84583" providerId="LiveId" clId="{3D041417-5BD2-480F-B7C5-04AC4181D60D}" dt="2025-11-02T18:00:28.347" v="747" actId="21"/>
          <ac:spMkLst>
            <pc:docMk/>
            <pc:sldMk cId="2020728700" sldId="263"/>
            <ac:spMk id="3" creationId="{E9C6658F-FD52-6431-4D1B-AAEC737F8DB4}"/>
          </ac:spMkLst>
        </pc:spChg>
        <pc:spChg chg="add mod">
          <ac:chgData name="tuhina ghosh" userId="64efccdeaea84583" providerId="LiveId" clId="{3D041417-5BD2-480F-B7C5-04AC4181D60D}" dt="2025-11-02T18:11:46.058" v="786" actId="1076"/>
          <ac:spMkLst>
            <pc:docMk/>
            <pc:sldMk cId="2020728700" sldId="263"/>
            <ac:spMk id="7" creationId="{0DFC60DC-624B-2807-0AD0-C2E9ACB23484}"/>
          </ac:spMkLst>
        </pc:spChg>
        <pc:spChg chg="add mod">
          <ac:chgData name="tuhina ghosh" userId="64efccdeaea84583" providerId="LiveId" clId="{3D041417-5BD2-480F-B7C5-04AC4181D60D}" dt="2025-11-02T18:12:07.445" v="788" actId="14100"/>
          <ac:spMkLst>
            <pc:docMk/>
            <pc:sldMk cId="2020728700" sldId="263"/>
            <ac:spMk id="13" creationId="{B8F1D5F7-E8E5-A94D-9D5B-244AA2F82835}"/>
          </ac:spMkLst>
        </pc:spChg>
        <pc:picChg chg="add mod">
          <ac:chgData name="tuhina ghosh" userId="64efccdeaea84583" providerId="LiveId" clId="{3D041417-5BD2-480F-B7C5-04AC4181D60D}" dt="2025-11-02T18:04:40.472" v="748" actId="931"/>
          <ac:picMkLst>
            <pc:docMk/>
            <pc:sldMk cId="2020728700" sldId="263"/>
            <ac:picMk id="5" creationId="{5CA0EF35-AA76-1694-8B27-D0D0F23FDD11}"/>
          </ac:picMkLst>
        </pc:picChg>
        <pc:picChg chg="add mod">
          <ac:chgData name="tuhina ghosh" userId="64efccdeaea84583" providerId="LiveId" clId="{3D041417-5BD2-480F-B7C5-04AC4181D60D}" dt="2025-11-02T18:07:49.217" v="765" actId="14100"/>
          <ac:picMkLst>
            <pc:docMk/>
            <pc:sldMk cId="2020728700" sldId="263"/>
            <ac:picMk id="9" creationId="{ADE15308-EC88-3625-31A3-61322D243B91}"/>
          </ac:picMkLst>
        </pc:picChg>
        <pc:picChg chg="add mod">
          <ac:chgData name="tuhina ghosh" userId="64efccdeaea84583" providerId="LiveId" clId="{3D041417-5BD2-480F-B7C5-04AC4181D60D}" dt="2025-11-02T18:12:39.505" v="790" actId="1076"/>
          <ac:picMkLst>
            <pc:docMk/>
            <pc:sldMk cId="2020728700" sldId="263"/>
            <ac:picMk id="11" creationId="{9E3D8DC8-87F1-5391-A364-062B637ACF4B}"/>
          </ac:picMkLst>
        </pc:picChg>
      </pc:sldChg>
      <pc:sldChg chg="addSp delSp modSp new mod">
        <pc:chgData name="tuhina ghosh" userId="64efccdeaea84583" providerId="LiveId" clId="{3D041417-5BD2-480F-B7C5-04AC4181D60D}" dt="2025-11-02T18:39:58.199" v="821" actId="207"/>
        <pc:sldMkLst>
          <pc:docMk/>
          <pc:sldMk cId="3345819399" sldId="264"/>
        </pc:sldMkLst>
        <pc:spChg chg="del">
          <ac:chgData name="tuhina ghosh" userId="64efccdeaea84583" providerId="LiveId" clId="{3D041417-5BD2-480F-B7C5-04AC4181D60D}" dt="2025-11-02T18:19:41.348" v="791" actId="21"/>
          <ac:spMkLst>
            <pc:docMk/>
            <pc:sldMk cId="3345819399" sldId="264"/>
            <ac:spMk id="2" creationId="{3DE7AC74-77B6-5ACC-6BAB-4F68443956EC}"/>
          </ac:spMkLst>
        </pc:spChg>
        <pc:spChg chg="del">
          <ac:chgData name="tuhina ghosh" userId="64efccdeaea84583" providerId="LiveId" clId="{3D041417-5BD2-480F-B7C5-04AC4181D60D}" dt="2025-11-02T18:19:44.271" v="792" actId="21"/>
          <ac:spMkLst>
            <pc:docMk/>
            <pc:sldMk cId="3345819399" sldId="264"/>
            <ac:spMk id="3" creationId="{FEC84F30-8BBE-B3FA-0A1B-8B5B9051428D}"/>
          </ac:spMkLst>
        </pc:spChg>
        <pc:spChg chg="add mod">
          <ac:chgData name="tuhina ghosh" userId="64efccdeaea84583" providerId="LiveId" clId="{3D041417-5BD2-480F-B7C5-04AC4181D60D}" dt="2025-11-02T18:36:26.516" v="801" actId="207"/>
          <ac:spMkLst>
            <pc:docMk/>
            <pc:sldMk cId="3345819399" sldId="264"/>
            <ac:spMk id="7" creationId="{AB254EA4-DB71-D5E5-8704-6F8080A70C1F}"/>
          </ac:spMkLst>
        </pc:spChg>
        <pc:spChg chg="add mod">
          <ac:chgData name="tuhina ghosh" userId="64efccdeaea84583" providerId="LiveId" clId="{3D041417-5BD2-480F-B7C5-04AC4181D60D}" dt="2025-11-02T18:39:58.199" v="821" actId="207"/>
          <ac:spMkLst>
            <pc:docMk/>
            <pc:sldMk cId="3345819399" sldId="264"/>
            <ac:spMk id="13" creationId="{915901E8-4030-33AF-C809-FF9440A73D7B}"/>
          </ac:spMkLst>
        </pc:spChg>
        <pc:picChg chg="add mod">
          <ac:chgData name="tuhina ghosh" userId="64efccdeaea84583" providerId="LiveId" clId="{3D041417-5BD2-480F-B7C5-04AC4181D60D}" dt="2025-11-02T18:19:52.215" v="793" actId="931"/>
          <ac:picMkLst>
            <pc:docMk/>
            <pc:sldMk cId="3345819399" sldId="264"/>
            <ac:picMk id="5" creationId="{86125074-418E-D45F-2E92-79A3810CAE4B}"/>
          </ac:picMkLst>
        </pc:picChg>
        <pc:picChg chg="add mod">
          <ac:chgData name="tuhina ghosh" userId="64efccdeaea84583" providerId="LiveId" clId="{3D041417-5BD2-480F-B7C5-04AC4181D60D}" dt="2025-11-02T18:37:38.304" v="804" actId="14100"/>
          <ac:picMkLst>
            <pc:docMk/>
            <pc:sldMk cId="3345819399" sldId="264"/>
            <ac:picMk id="9" creationId="{C61CF93C-B34D-40FB-3ACC-1E7684A2A0E5}"/>
          </ac:picMkLst>
        </pc:picChg>
        <pc:picChg chg="add mod">
          <ac:chgData name="tuhina ghosh" userId="64efccdeaea84583" providerId="LiveId" clId="{3D041417-5BD2-480F-B7C5-04AC4181D60D}" dt="2025-11-02T18:38:18.661" v="808" actId="1076"/>
          <ac:picMkLst>
            <pc:docMk/>
            <pc:sldMk cId="3345819399" sldId="264"/>
            <ac:picMk id="11" creationId="{D1820AB4-158E-960F-D7E8-D11811F96E98}"/>
          </ac:picMkLst>
        </pc:picChg>
      </pc:sldChg>
      <pc:sldChg chg="addSp delSp modSp new mod">
        <pc:chgData name="tuhina ghosh" userId="64efccdeaea84583" providerId="LiveId" clId="{3D041417-5BD2-480F-B7C5-04AC4181D60D}" dt="2025-11-02T18:48:21.131" v="866" actId="1076"/>
        <pc:sldMkLst>
          <pc:docMk/>
          <pc:sldMk cId="2942359700" sldId="265"/>
        </pc:sldMkLst>
        <pc:spChg chg="del">
          <ac:chgData name="tuhina ghosh" userId="64efccdeaea84583" providerId="LiveId" clId="{3D041417-5BD2-480F-B7C5-04AC4181D60D}" dt="2025-11-02T18:41:32.473" v="822" actId="21"/>
          <ac:spMkLst>
            <pc:docMk/>
            <pc:sldMk cId="2942359700" sldId="265"/>
            <ac:spMk id="2" creationId="{0B0D48CD-95E3-859B-D42D-E618A9624C64}"/>
          </ac:spMkLst>
        </pc:spChg>
        <pc:spChg chg="del">
          <ac:chgData name="tuhina ghosh" userId="64efccdeaea84583" providerId="LiveId" clId="{3D041417-5BD2-480F-B7C5-04AC4181D60D}" dt="2025-11-02T18:41:34.903" v="823" actId="21"/>
          <ac:spMkLst>
            <pc:docMk/>
            <pc:sldMk cId="2942359700" sldId="265"/>
            <ac:spMk id="3" creationId="{AB7E17E6-3EE5-5780-2BE9-9F0D23089FAC}"/>
          </ac:spMkLst>
        </pc:spChg>
        <pc:spChg chg="add mod">
          <ac:chgData name="tuhina ghosh" userId="64efccdeaea84583" providerId="LiveId" clId="{3D041417-5BD2-480F-B7C5-04AC4181D60D}" dt="2025-11-02T18:42:50.577" v="829" actId="1076"/>
          <ac:spMkLst>
            <pc:docMk/>
            <pc:sldMk cId="2942359700" sldId="265"/>
            <ac:spMk id="7" creationId="{E7916ECD-CF2D-A404-F22F-B5C08A323587}"/>
          </ac:spMkLst>
        </pc:spChg>
        <pc:spChg chg="add mod">
          <ac:chgData name="tuhina ghosh" userId="64efccdeaea84583" providerId="LiveId" clId="{3D041417-5BD2-480F-B7C5-04AC4181D60D}" dt="2025-11-02T18:47:25.826" v="864" actId="20577"/>
          <ac:spMkLst>
            <pc:docMk/>
            <pc:sldMk cId="2942359700" sldId="265"/>
            <ac:spMk id="9" creationId="{EDD91036-9A91-FA20-780D-829AFCDC005E}"/>
          </ac:spMkLst>
        </pc:spChg>
        <pc:picChg chg="add mod">
          <ac:chgData name="tuhina ghosh" userId="64efccdeaea84583" providerId="LiveId" clId="{3D041417-5BD2-480F-B7C5-04AC4181D60D}" dt="2025-11-02T18:42:19.243" v="824" actId="931"/>
          <ac:picMkLst>
            <pc:docMk/>
            <pc:sldMk cId="2942359700" sldId="265"/>
            <ac:picMk id="5" creationId="{2477BE55-BE90-1800-3E77-D4F97F2E4405}"/>
          </ac:picMkLst>
        </pc:picChg>
        <pc:picChg chg="add mod">
          <ac:chgData name="tuhina ghosh" userId="64efccdeaea84583" providerId="LiveId" clId="{3D041417-5BD2-480F-B7C5-04AC4181D60D}" dt="2025-11-02T18:48:21.131" v="866" actId="1076"/>
          <ac:picMkLst>
            <pc:docMk/>
            <pc:sldMk cId="2942359700" sldId="265"/>
            <ac:picMk id="11" creationId="{0CA74C55-526B-5E66-9B23-1D00B6B83859}"/>
          </ac:picMkLst>
        </pc:picChg>
        <pc:picChg chg="add mod">
          <ac:chgData name="tuhina ghosh" userId="64efccdeaea84583" providerId="LiveId" clId="{3D041417-5BD2-480F-B7C5-04AC4181D60D}" dt="2025-11-02T18:47:01.914" v="861" actId="14100"/>
          <ac:picMkLst>
            <pc:docMk/>
            <pc:sldMk cId="2942359700" sldId="265"/>
            <ac:picMk id="13" creationId="{E2DA030A-BF3D-350F-2853-9931034FB0E5}"/>
          </ac:picMkLst>
        </pc:picChg>
      </pc:sldChg>
      <pc:sldChg chg="addSp delSp modSp new mod">
        <pc:chgData name="tuhina ghosh" userId="64efccdeaea84583" providerId="LiveId" clId="{3D041417-5BD2-480F-B7C5-04AC4181D60D}" dt="2025-11-02T20:24:36.940" v="1059" actId="1076"/>
        <pc:sldMkLst>
          <pc:docMk/>
          <pc:sldMk cId="2134781226" sldId="266"/>
        </pc:sldMkLst>
        <pc:spChg chg="del">
          <ac:chgData name="tuhina ghosh" userId="64efccdeaea84583" providerId="LiveId" clId="{3D041417-5BD2-480F-B7C5-04AC4181D60D}" dt="2025-11-02T18:49:10.748" v="867" actId="21"/>
          <ac:spMkLst>
            <pc:docMk/>
            <pc:sldMk cId="2134781226" sldId="266"/>
            <ac:spMk id="2" creationId="{E73EC9A7-B79F-7CA9-A100-3136ADDE64D9}"/>
          </ac:spMkLst>
        </pc:spChg>
        <pc:spChg chg="del">
          <ac:chgData name="tuhina ghosh" userId="64efccdeaea84583" providerId="LiveId" clId="{3D041417-5BD2-480F-B7C5-04AC4181D60D}" dt="2025-11-02T18:49:13.162" v="868" actId="21"/>
          <ac:spMkLst>
            <pc:docMk/>
            <pc:sldMk cId="2134781226" sldId="266"/>
            <ac:spMk id="3" creationId="{57D2376C-AE9E-4D52-7611-A0D499E2D267}"/>
          </ac:spMkLst>
        </pc:spChg>
        <pc:spChg chg="add mod">
          <ac:chgData name="tuhina ghosh" userId="64efccdeaea84583" providerId="LiveId" clId="{3D041417-5BD2-480F-B7C5-04AC4181D60D}" dt="2025-11-02T20:24:36.940" v="1059" actId="1076"/>
          <ac:spMkLst>
            <pc:docMk/>
            <pc:sldMk cId="2134781226" sldId="266"/>
            <ac:spMk id="7" creationId="{A368D33E-7C3E-6EFC-5329-C2F44BDC9C54}"/>
          </ac:spMkLst>
        </pc:spChg>
        <pc:picChg chg="add mod">
          <ac:chgData name="tuhina ghosh" userId="64efccdeaea84583" providerId="LiveId" clId="{3D041417-5BD2-480F-B7C5-04AC4181D60D}" dt="2025-11-02T18:49:53.983" v="869" actId="931"/>
          <ac:picMkLst>
            <pc:docMk/>
            <pc:sldMk cId="2134781226" sldId="266"/>
            <ac:picMk id="5" creationId="{40011951-45A4-4948-93BB-F8A609127569}"/>
          </ac:picMkLst>
        </pc:picChg>
        <pc:picChg chg="add mod">
          <ac:chgData name="tuhina ghosh" userId="64efccdeaea84583" providerId="LiveId" clId="{3D041417-5BD2-480F-B7C5-04AC4181D60D}" dt="2025-11-02T19:42:13.629" v="1052" actId="1076"/>
          <ac:picMkLst>
            <pc:docMk/>
            <pc:sldMk cId="2134781226" sldId="266"/>
            <ac:picMk id="9" creationId="{E1DE0A1A-01C7-E11A-2A4C-9B9160EFB533}"/>
          </ac:picMkLst>
        </pc:picChg>
      </pc:sldChg>
      <pc:sldChg chg="addSp delSp modSp new mod">
        <pc:chgData name="tuhina ghosh" userId="64efccdeaea84583" providerId="LiveId" clId="{3D041417-5BD2-480F-B7C5-04AC4181D60D}" dt="2025-11-02T20:24:28.805" v="1058" actId="1076"/>
        <pc:sldMkLst>
          <pc:docMk/>
          <pc:sldMk cId="3471935985" sldId="267"/>
        </pc:sldMkLst>
        <pc:spChg chg="del">
          <ac:chgData name="tuhina ghosh" userId="64efccdeaea84583" providerId="LiveId" clId="{3D041417-5BD2-480F-B7C5-04AC4181D60D}" dt="2025-11-02T18:53:16.371" v="875" actId="21"/>
          <ac:spMkLst>
            <pc:docMk/>
            <pc:sldMk cId="3471935985" sldId="267"/>
            <ac:spMk id="2" creationId="{568B54BE-4132-7C0B-23B3-200FBDB3A2B1}"/>
          </ac:spMkLst>
        </pc:spChg>
        <pc:spChg chg="del">
          <ac:chgData name="tuhina ghosh" userId="64efccdeaea84583" providerId="LiveId" clId="{3D041417-5BD2-480F-B7C5-04AC4181D60D}" dt="2025-11-02T18:53:20.580" v="876" actId="21"/>
          <ac:spMkLst>
            <pc:docMk/>
            <pc:sldMk cId="3471935985" sldId="267"/>
            <ac:spMk id="3" creationId="{A46F5D9A-1C43-47BF-D26D-FDCA5E8A4A98}"/>
          </ac:spMkLst>
        </pc:spChg>
        <pc:spChg chg="add mod">
          <ac:chgData name="tuhina ghosh" userId="64efccdeaea84583" providerId="LiveId" clId="{3D041417-5BD2-480F-B7C5-04AC4181D60D}" dt="2025-11-02T20:24:28.805" v="1058" actId="1076"/>
          <ac:spMkLst>
            <pc:docMk/>
            <pc:sldMk cId="3471935985" sldId="267"/>
            <ac:spMk id="7" creationId="{09AF3485-F237-B70A-6E3C-5A312ED9D1E6}"/>
          </ac:spMkLst>
        </pc:spChg>
        <pc:picChg chg="add mod">
          <ac:chgData name="tuhina ghosh" userId="64efccdeaea84583" providerId="LiveId" clId="{3D041417-5BD2-480F-B7C5-04AC4181D60D}" dt="2025-11-02T18:53:26.275" v="877" actId="931"/>
          <ac:picMkLst>
            <pc:docMk/>
            <pc:sldMk cId="3471935985" sldId="267"/>
            <ac:picMk id="5" creationId="{18F17EA2-350A-EB6A-C7CF-25F64A217E31}"/>
          </ac:picMkLst>
        </pc:picChg>
        <pc:picChg chg="add mod">
          <ac:chgData name="tuhina ghosh" userId="64efccdeaea84583" providerId="LiveId" clId="{3D041417-5BD2-480F-B7C5-04AC4181D60D}" dt="2025-11-02T20:24:14.374" v="1057" actId="14100"/>
          <ac:picMkLst>
            <pc:docMk/>
            <pc:sldMk cId="3471935985" sldId="267"/>
            <ac:picMk id="9" creationId="{4388A810-5524-B9AF-60EF-DBDDABBE70FB}"/>
          </ac:picMkLst>
        </pc:picChg>
      </pc:sldChg>
      <pc:sldChg chg="addSp delSp modSp new mod">
        <pc:chgData name="tuhina ghosh" userId="64efccdeaea84583" providerId="LiveId" clId="{3D041417-5BD2-480F-B7C5-04AC4181D60D}" dt="2025-11-02T19:01:49.678" v="991" actId="207"/>
        <pc:sldMkLst>
          <pc:docMk/>
          <pc:sldMk cId="3511873520" sldId="268"/>
        </pc:sldMkLst>
        <pc:spChg chg="del">
          <ac:chgData name="tuhina ghosh" userId="64efccdeaea84583" providerId="LiveId" clId="{3D041417-5BD2-480F-B7C5-04AC4181D60D}" dt="2025-11-02T18:54:40.112" v="883" actId="478"/>
          <ac:spMkLst>
            <pc:docMk/>
            <pc:sldMk cId="3511873520" sldId="268"/>
            <ac:spMk id="2" creationId="{A82191A5-1893-E6B5-E693-D4480CB2AD48}"/>
          </ac:spMkLst>
        </pc:spChg>
        <pc:spChg chg="del">
          <ac:chgData name="tuhina ghosh" userId="64efccdeaea84583" providerId="LiveId" clId="{3D041417-5BD2-480F-B7C5-04AC4181D60D}" dt="2025-11-02T18:54:42.457" v="884" actId="478"/>
          <ac:spMkLst>
            <pc:docMk/>
            <pc:sldMk cId="3511873520" sldId="268"/>
            <ac:spMk id="3" creationId="{90819F3E-7A0B-E7C6-F3E9-A2C0BD177A00}"/>
          </ac:spMkLst>
        </pc:spChg>
        <pc:spChg chg="add mod">
          <ac:chgData name="tuhina ghosh" userId="64efccdeaea84583" providerId="LiveId" clId="{3D041417-5BD2-480F-B7C5-04AC4181D60D}" dt="2025-11-02T19:01:20.894" v="986" actId="1076"/>
          <ac:spMkLst>
            <pc:docMk/>
            <pc:sldMk cId="3511873520" sldId="268"/>
            <ac:spMk id="9" creationId="{7FFC914E-602D-CC08-B649-BC98FF14926B}"/>
          </ac:spMkLst>
        </pc:spChg>
        <pc:spChg chg="add mod">
          <ac:chgData name="tuhina ghosh" userId="64efccdeaea84583" providerId="LiveId" clId="{3D041417-5BD2-480F-B7C5-04AC4181D60D}" dt="2025-11-02T19:01:49.678" v="991" actId="207"/>
          <ac:spMkLst>
            <pc:docMk/>
            <pc:sldMk cId="3511873520" sldId="268"/>
            <ac:spMk id="11" creationId="{173CF5B9-8205-3BE5-1FCC-8CC787520C4C}"/>
          </ac:spMkLst>
        </pc:spChg>
        <pc:picChg chg="add del mod">
          <ac:chgData name="tuhina ghosh" userId="64efccdeaea84583" providerId="LiveId" clId="{3D041417-5BD2-480F-B7C5-04AC4181D60D}" dt="2025-11-02T19:00:47.811" v="980" actId="478"/>
          <ac:picMkLst>
            <pc:docMk/>
            <pc:sldMk cId="3511873520" sldId="268"/>
            <ac:picMk id="5" creationId="{4F33BFA6-D637-065C-ABB7-757AF4EA2FBF}"/>
          </ac:picMkLst>
        </pc:picChg>
        <pc:picChg chg="add mod">
          <ac:chgData name="tuhina ghosh" userId="64efccdeaea84583" providerId="LiveId" clId="{3D041417-5BD2-480F-B7C5-04AC4181D60D}" dt="2025-11-02T19:00:58.179" v="981" actId="931"/>
          <ac:picMkLst>
            <pc:docMk/>
            <pc:sldMk cId="3511873520" sldId="268"/>
            <ac:picMk id="7" creationId="{B7B51D2F-B454-F57C-ACCD-68CD87E9449E}"/>
          </ac:picMkLst>
        </pc:picChg>
      </pc:sldChg>
      <pc:sldChg chg="addSp delSp modSp new mod">
        <pc:chgData name="tuhina ghosh" userId="64efccdeaea84583" providerId="LiveId" clId="{3D041417-5BD2-480F-B7C5-04AC4181D60D}" dt="2025-11-02T19:03:34.991" v="1004" actId="207"/>
        <pc:sldMkLst>
          <pc:docMk/>
          <pc:sldMk cId="430410274" sldId="269"/>
        </pc:sldMkLst>
        <pc:spChg chg="del">
          <ac:chgData name="tuhina ghosh" userId="64efccdeaea84583" providerId="LiveId" clId="{3D041417-5BD2-480F-B7C5-04AC4181D60D}" dt="2025-11-02T19:02:37.251" v="992" actId="21"/>
          <ac:spMkLst>
            <pc:docMk/>
            <pc:sldMk cId="430410274" sldId="269"/>
            <ac:spMk id="2" creationId="{8EC9D029-55D4-5C29-FDCC-4862DBA39854}"/>
          </ac:spMkLst>
        </pc:spChg>
        <pc:spChg chg="del">
          <ac:chgData name="tuhina ghosh" userId="64efccdeaea84583" providerId="LiveId" clId="{3D041417-5BD2-480F-B7C5-04AC4181D60D}" dt="2025-11-02T19:02:39.203" v="993" actId="21"/>
          <ac:spMkLst>
            <pc:docMk/>
            <pc:sldMk cId="430410274" sldId="269"/>
            <ac:spMk id="3" creationId="{A2119697-F6DE-20FE-8E5A-83A14F0F26A9}"/>
          </ac:spMkLst>
        </pc:spChg>
        <pc:spChg chg="add mod">
          <ac:chgData name="tuhina ghosh" userId="64efccdeaea84583" providerId="LiveId" clId="{3D041417-5BD2-480F-B7C5-04AC4181D60D}" dt="2025-11-02T19:03:11.273" v="999" actId="1076"/>
          <ac:spMkLst>
            <pc:docMk/>
            <pc:sldMk cId="430410274" sldId="269"/>
            <ac:spMk id="7" creationId="{D08E01F3-CFFD-2D96-802D-57979D2E6CA7}"/>
          </ac:spMkLst>
        </pc:spChg>
        <pc:spChg chg="add mod">
          <ac:chgData name="tuhina ghosh" userId="64efccdeaea84583" providerId="LiveId" clId="{3D041417-5BD2-480F-B7C5-04AC4181D60D}" dt="2025-11-02T19:03:34.991" v="1004" actId="207"/>
          <ac:spMkLst>
            <pc:docMk/>
            <pc:sldMk cId="430410274" sldId="269"/>
            <ac:spMk id="9" creationId="{ACB45773-3104-7A7C-19A9-7EC1D783FC7C}"/>
          </ac:spMkLst>
        </pc:spChg>
        <pc:picChg chg="add mod">
          <ac:chgData name="tuhina ghosh" userId="64efccdeaea84583" providerId="LiveId" clId="{3D041417-5BD2-480F-B7C5-04AC4181D60D}" dt="2025-11-02T19:02:45.782" v="994" actId="931"/>
          <ac:picMkLst>
            <pc:docMk/>
            <pc:sldMk cId="430410274" sldId="269"/>
            <ac:picMk id="5" creationId="{3F7BBA80-A23C-703B-CAD2-64E4F502853C}"/>
          </ac:picMkLst>
        </pc:picChg>
      </pc:sldChg>
      <pc:sldChg chg="addSp delSp modSp new mod">
        <pc:chgData name="tuhina ghosh" userId="64efccdeaea84583" providerId="LiveId" clId="{3D041417-5BD2-480F-B7C5-04AC4181D60D}" dt="2025-11-02T19:05:58.187" v="1031" actId="207"/>
        <pc:sldMkLst>
          <pc:docMk/>
          <pc:sldMk cId="3517990333" sldId="270"/>
        </pc:sldMkLst>
        <pc:spChg chg="del">
          <ac:chgData name="tuhina ghosh" userId="64efccdeaea84583" providerId="LiveId" clId="{3D041417-5BD2-480F-B7C5-04AC4181D60D}" dt="2025-11-02T19:04:11.538" v="1008" actId="21"/>
          <ac:spMkLst>
            <pc:docMk/>
            <pc:sldMk cId="3517990333" sldId="270"/>
            <ac:spMk id="2" creationId="{68475168-1BA6-E974-4E04-5843DA5E391F}"/>
          </ac:spMkLst>
        </pc:spChg>
        <pc:spChg chg="del">
          <ac:chgData name="tuhina ghosh" userId="64efccdeaea84583" providerId="LiveId" clId="{3D041417-5BD2-480F-B7C5-04AC4181D60D}" dt="2025-11-02T19:04:13.285" v="1009" actId="21"/>
          <ac:spMkLst>
            <pc:docMk/>
            <pc:sldMk cId="3517990333" sldId="270"/>
            <ac:spMk id="3" creationId="{1F4723E8-7B1B-5658-179F-0253C7A10D7F}"/>
          </ac:spMkLst>
        </pc:spChg>
        <pc:spChg chg="add mod">
          <ac:chgData name="tuhina ghosh" userId="64efccdeaea84583" providerId="LiveId" clId="{3D041417-5BD2-480F-B7C5-04AC4181D60D}" dt="2025-11-02T19:05:58.187" v="1031" actId="207"/>
          <ac:spMkLst>
            <pc:docMk/>
            <pc:sldMk cId="3517990333" sldId="270"/>
            <ac:spMk id="6" creationId="{F79448B6-2CD5-5D43-2089-3435EFD0269C}"/>
          </ac:spMkLst>
        </pc:spChg>
        <pc:picChg chg="add mod">
          <ac:chgData name="tuhina ghosh" userId="64efccdeaea84583" providerId="LiveId" clId="{3D041417-5BD2-480F-B7C5-04AC4181D60D}" dt="2025-11-02T19:04:23.880" v="1010" actId="931"/>
          <ac:picMkLst>
            <pc:docMk/>
            <pc:sldMk cId="3517990333" sldId="270"/>
            <ac:picMk id="5" creationId="{29BFC81B-9A41-B433-DE12-27661B0B4EE5}"/>
          </ac:picMkLst>
        </pc:picChg>
      </pc:sldChg>
      <pc:sldChg chg="new del">
        <pc:chgData name="tuhina ghosh" userId="64efccdeaea84583" providerId="LiveId" clId="{3D041417-5BD2-480F-B7C5-04AC4181D60D}" dt="2025-11-02T19:04:04.987" v="1005" actId="47"/>
        <pc:sldMkLst>
          <pc:docMk/>
          <pc:sldMk cId="2547808330" sldId="271"/>
        </pc:sldMkLst>
      </pc:sldChg>
      <pc:sldChg chg="new del">
        <pc:chgData name="tuhina ghosh" userId="64efccdeaea84583" providerId="LiveId" clId="{3D041417-5BD2-480F-B7C5-04AC4181D60D}" dt="2025-11-02T19:04:06.807" v="1006" actId="47"/>
        <pc:sldMkLst>
          <pc:docMk/>
          <pc:sldMk cId="3020311767" sldId="272"/>
        </pc:sldMkLst>
      </pc:sldChg>
      <pc:sldChg chg="new del">
        <pc:chgData name="tuhina ghosh" userId="64efccdeaea84583" providerId="LiveId" clId="{3D041417-5BD2-480F-B7C5-04AC4181D60D}" dt="2025-11-02T19:04:07.775" v="1007" actId="47"/>
        <pc:sldMkLst>
          <pc:docMk/>
          <pc:sldMk cId="2330056390" sldId="273"/>
        </pc:sldMkLst>
      </pc:sldChg>
      <pc:sldChg chg="addSp delSp modSp new mod">
        <pc:chgData name="tuhina ghosh" userId="64efccdeaea84583" providerId="LiveId" clId="{3D041417-5BD2-480F-B7C5-04AC4181D60D}" dt="2025-11-02T18:43:16.093" v="832" actId="2711"/>
        <pc:sldMkLst>
          <pc:docMk/>
          <pc:sldMk cId="3372717810" sldId="274"/>
        </pc:sldMkLst>
        <pc:spChg chg="del">
          <ac:chgData name="tuhina ghosh" userId="64efccdeaea84583" providerId="LiveId" clId="{3D041417-5BD2-480F-B7C5-04AC4181D60D}" dt="2025-11-01T20:10:47.990" v="96" actId="21"/>
          <ac:spMkLst>
            <pc:docMk/>
            <pc:sldMk cId="3372717810" sldId="274"/>
            <ac:spMk id="2" creationId="{84BEBF96-E7A9-6182-129B-366E090CF84C}"/>
          </ac:spMkLst>
        </pc:spChg>
        <pc:spChg chg="del">
          <ac:chgData name="tuhina ghosh" userId="64efccdeaea84583" providerId="LiveId" clId="{3D041417-5BD2-480F-B7C5-04AC4181D60D}" dt="2025-11-01T20:10:41.051" v="95" actId="931"/>
          <ac:spMkLst>
            <pc:docMk/>
            <pc:sldMk cId="3372717810" sldId="274"/>
            <ac:spMk id="3" creationId="{577E7A1A-F201-13E0-049C-0777CD897A34}"/>
          </ac:spMkLst>
        </pc:spChg>
        <pc:spChg chg="add del mod">
          <ac:chgData name="tuhina ghosh" userId="64efccdeaea84583" providerId="LiveId" clId="{3D041417-5BD2-480F-B7C5-04AC4181D60D}" dt="2025-11-01T20:10:53.003" v="98" actId="21"/>
          <ac:spMkLst>
            <pc:docMk/>
            <pc:sldMk cId="3372717810" sldId="274"/>
            <ac:spMk id="7" creationId="{32D20775-6AA1-78D5-D967-0D63943B11C8}"/>
          </ac:spMkLst>
        </pc:spChg>
        <pc:spChg chg="add mod">
          <ac:chgData name="tuhina ghosh" userId="64efccdeaea84583" providerId="LiveId" clId="{3D041417-5BD2-480F-B7C5-04AC4181D60D}" dt="2025-11-01T20:11:03.150" v="100"/>
          <ac:spMkLst>
            <pc:docMk/>
            <pc:sldMk cId="3372717810" sldId="274"/>
            <ac:spMk id="10" creationId="{32D20775-6AA1-78D5-D967-0D63943B11C8}"/>
          </ac:spMkLst>
        </pc:spChg>
        <pc:spChg chg="add mod">
          <ac:chgData name="tuhina ghosh" userId="64efccdeaea84583" providerId="LiveId" clId="{3D041417-5BD2-480F-B7C5-04AC4181D60D}" dt="2025-11-01T20:17:36.420" v="147" actId="114"/>
          <ac:spMkLst>
            <pc:docMk/>
            <pc:sldMk cId="3372717810" sldId="274"/>
            <ac:spMk id="12" creationId="{5E3DD085-AA82-6BDD-6F92-CF489A09D4CB}"/>
          </ac:spMkLst>
        </pc:spChg>
        <pc:spChg chg="add mod">
          <ac:chgData name="tuhina ghosh" userId="64efccdeaea84583" providerId="LiveId" clId="{3D041417-5BD2-480F-B7C5-04AC4181D60D}" dt="2025-11-02T18:43:16.093" v="832" actId="2711"/>
          <ac:spMkLst>
            <pc:docMk/>
            <pc:sldMk cId="3372717810" sldId="274"/>
            <ac:spMk id="14" creationId="{1E482749-C5E7-9123-D2EE-72372415DB4E}"/>
          </ac:spMkLst>
        </pc:spChg>
        <pc:picChg chg="add del mod">
          <ac:chgData name="tuhina ghosh" userId="64efccdeaea84583" providerId="LiveId" clId="{3D041417-5BD2-480F-B7C5-04AC4181D60D}" dt="2025-11-01T20:10:49.469" v="97" actId="478"/>
          <ac:picMkLst>
            <pc:docMk/>
            <pc:sldMk cId="3372717810" sldId="274"/>
            <ac:picMk id="5" creationId="{988539C8-7938-C858-6EE6-D521DF22D638}"/>
          </ac:picMkLst>
        </pc:picChg>
        <pc:picChg chg="add mod">
          <ac:chgData name="tuhina ghosh" userId="64efccdeaea84583" providerId="LiveId" clId="{3D041417-5BD2-480F-B7C5-04AC4181D60D}" dt="2025-11-01T20:10:59.966" v="99" actId="931"/>
          <ac:picMkLst>
            <pc:docMk/>
            <pc:sldMk cId="3372717810" sldId="274"/>
            <ac:picMk id="9" creationId="{A536494F-F8A6-E651-1A49-009637F83A6F}"/>
          </ac:picMkLst>
        </pc:picChg>
      </pc:sldChg>
      <pc:sldChg chg="addSp modSp new mod">
        <pc:chgData name="tuhina ghosh" userId="64efccdeaea84583" providerId="LiveId" clId="{3D041417-5BD2-480F-B7C5-04AC4181D60D}" dt="2025-11-02T19:06:46.566" v="1040" actId="255"/>
        <pc:sldMkLst>
          <pc:docMk/>
          <pc:sldMk cId="4268325894" sldId="275"/>
        </pc:sldMkLst>
        <pc:spChg chg="add mod">
          <ac:chgData name="tuhina ghosh" userId="64efccdeaea84583" providerId="LiveId" clId="{3D041417-5BD2-480F-B7C5-04AC4181D60D}" dt="2025-11-02T19:06:46.566" v="1040" actId="255"/>
          <ac:spMkLst>
            <pc:docMk/>
            <pc:sldMk cId="4268325894" sldId="275"/>
            <ac:spMk id="6" creationId="{3FBA210D-FB00-AA42-994E-871CC4F541CF}"/>
          </ac:spMkLst>
        </pc:spChg>
        <pc:spChg chg="add mod">
          <ac:chgData name="tuhina ghosh" userId="64efccdeaea84583" providerId="LiveId" clId="{3D041417-5BD2-480F-B7C5-04AC4181D60D}" dt="2025-11-02T18:43:57.525" v="840" actId="2711"/>
          <ac:spMkLst>
            <pc:docMk/>
            <pc:sldMk cId="4268325894" sldId="275"/>
            <ac:spMk id="8" creationId="{A12373F5-C284-ABC3-2573-70C83D999EBA}"/>
          </ac:spMkLst>
        </pc:spChg>
        <pc:spChg chg="add mod">
          <ac:chgData name="tuhina ghosh" userId="64efccdeaea84583" providerId="LiveId" clId="{3D041417-5BD2-480F-B7C5-04AC4181D60D}" dt="2025-11-02T18:44:01.317" v="841" actId="2711"/>
          <ac:spMkLst>
            <pc:docMk/>
            <pc:sldMk cId="4268325894" sldId="275"/>
            <ac:spMk id="10" creationId="{B83F6C41-08AF-F03E-BE52-BA7EFEB9DF4D}"/>
          </ac:spMkLst>
        </pc:spChg>
        <pc:spChg chg="add mod">
          <ac:chgData name="tuhina ghosh" userId="64efccdeaea84583" providerId="LiveId" clId="{3D041417-5BD2-480F-B7C5-04AC4181D60D}" dt="2025-11-02T18:43:50.699" v="838" actId="2711"/>
          <ac:spMkLst>
            <pc:docMk/>
            <pc:sldMk cId="4268325894" sldId="275"/>
            <ac:spMk id="12" creationId="{993DF51D-4C51-8A7D-5AE3-7758D9D6BD40}"/>
          </ac:spMkLst>
        </pc:spChg>
        <pc:picChg chg="add mod">
          <ac:chgData name="tuhina ghosh" userId="64efccdeaea84583" providerId="LiveId" clId="{3D041417-5BD2-480F-B7C5-04AC4181D60D}" dt="2025-11-01T20:42:05.633" v="547"/>
          <ac:picMkLst>
            <pc:docMk/>
            <pc:sldMk cId="4268325894" sldId="275"/>
            <ac:picMk id="4" creationId="{0FE4F131-ECF9-D294-59B1-E8076B05E6A2}"/>
          </ac:picMkLst>
        </pc:picChg>
        <pc:picChg chg="add mod">
          <ac:chgData name="tuhina ghosh" userId="64efccdeaea84583" providerId="LiveId" clId="{3D041417-5BD2-480F-B7C5-04AC4181D60D}" dt="2025-11-02T17:22:51.933" v="603" actId="1076"/>
          <ac:picMkLst>
            <pc:docMk/>
            <pc:sldMk cId="4268325894" sldId="275"/>
            <ac:picMk id="7" creationId="{78D5488D-6D9F-1E9A-5C30-C2ABA276AA55}"/>
          </ac:picMkLst>
        </pc:picChg>
        <pc:picChg chg="add mod">
          <ac:chgData name="tuhina ghosh" userId="64efccdeaea84583" providerId="LiveId" clId="{3D041417-5BD2-480F-B7C5-04AC4181D60D}" dt="2025-11-02T17:28:46.518" v="610" actId="14100"/>
          <ac:picMkLst>
            <pc:docMk/>
            <pc:sldMk cId="4268325894" sldId="275"/>
            <ac:picMk id="11" creationId="{C29AA730-94D5-AAF7-F6FD-B8C7E9DCA15F}"/>
          </ac:picMkLst>
        </pc:picChg>
        <pc:picChg chg="add mod">
          <ac:chgData name="tuhina ghosh" userId="64efccdeaea84583" providerId="LiveId" clId="{3D041417-5BD2-480F-B7C5-04AC4181D60D}" dt="2025-11-02T17:34:24.598" v="621" actId="1076"/>
          <ac:picMkLst>
            <pc:docMk/>
            <pc:sldMk cId="4268325894" sldId="275"/>
            <ac:picMk id="14" creationId="{2CA9F71B-A095-68B6-4B64-E0D3657E13FD}"/>
          </ac:picMkLst>
        </pc:picChg>
      </pc:sldChg>
      <pc:sldChg chg="addSp delSp modSp add mod">
        <pc:chgData name="tuhina ghosh" userId="64efccdeaea84583" providerId="LiveId" clId="{3D041417-5BD2-480F-B7C5-04AC4181D60D}" dt="2025-11-02T17:51:47.583" v="704" actId="255"/>
        <pc:sldMkLst>
          <pc:docMk/>
          <pc:sldMk cId="597605755" sldId="276"/>
        </pc:sldMkLst>
        <pc:spChg chg="del">
          <ac:chgData name="tuhina ghosh" userId="64efccdeaea84583" providerId="LiveId" clId="{3D041417-5BD2-480F-B7C5-04AC4181D60D}" dt="2025-11-02T17:35:06.934" v="622" actId="21"/>
          <ac:spMkLst>
            <pc:docMk/>
            <pc:sldMk cId="597605755" sldId="276"/>
            <ac:spMk id="2" creationId="{C7B9FD97-C15B-EC57-2CEB-E82FA2CF15EA}"/>
          </ac:spMkLst>
        </pc:spChg>
        <pc:spChg chg="del">
          <ac:chgData name="tuhina ghosh" userId="64efccdeaea84583" providerId="LiveId" clId="{3D041417-5BD2-480F-B7C5-04AC4181D60D}" dt="2025-11-02T17:35:09.432" v="623" actId="21"/>
          <ac:spMkLst>
            <pc:docMk/>
            <pc:sldMk cId="597605755" sldId="276"/>
            <ac:spMk id="3" creationId="{243B6D3F-E490-36E4-98A9-7E74B74AABB6}"/>
          </ac:spMkLst>
        </pc:spChg>
        <pc:spChg chg="add mod">
          <ac:chgData name="tuhina ghosh" userId="64efccdeaea84583" providerId="LiveId" clId="{3D041417-5BD2-480F-B7C5-04AC4181D60D}" dt="2025-11-02T17:51:47.583" v="704" actId="255"/>
          <ac:spMkLst>
            <pc:docMk/>
            <pc:sldMk cId="597605755" sldId="276"/>
            <ac:spMk id="7" creationId="{E995F8B9-54ED-FFC3-E7EC-30BD0AF6567A}"/>
          </ac:spMkLst>
        </pc:spChg>
        <pc:spChg chg="add mod">
          <ac:chgData name="tuhina ghosh" userId="64efccdeaea84583" providerId="LiveId" clId="{3D041417-5BD2-480F-B7C5-04AC4181D60D}" dt="2025-11-02T17:51:01.533" v="700" actId="120"/>
          <ac:spMkLst>
            <pc:docMk/>
            <pc:sldMk cId="597605755" sldId="276"/>
            <ac:spMk id="11" creationId="{C3DD3187-0319-D335-DB98-586201AE690A}"/>
          </ac:spMkLst>
        </pc:spChg>
        <pc:spChg chg="add del mod">
          <ac:chgData name="tuhina ghosh" userId="64efccdeaea84583" providerId="LiveId" clId="{3D041417-5BD2-480F-B7C5-04AC4181D60D}" dt="2025-11-02T17:42:30.939" v="643" actId="22"/>
          <ac:spMkLst>
            <pc:docMk/>
            <pc:sldMk cId="597605755" sldId="276"/>
            <ac:spMk id="13" creationId="{30522027-70F5-CC48-8455-0C84AE9E8929}"/>
          </ac:spMkLst>
        </pc:spChg>
        <pc:picChg chg="add mod">
          <ac:chgData name="tuhina ghosh" userId="64efccdeaea84583" providerId="LiveId" clId="{3D041417-5BD2-480F-B7C5-04AC4181D60D}" dt="2025-11-02T17:37:24.296" v="624" actId="931"/>
          <ac:picMkLst>
            <pc:docMk/>
            <pc:sldMk cId="597605755" sldId="276"/>
            <ac:picMk id="5" creationId="{F48224CB-1890-A4B3-FC21-163E956E9CE7}"/>
          </ac:picMkLst>
        </pc:picChg>
        <pc:picChg chg="add mod">
          <ac:chgData name="tuhina ghosh" userId="64efccdeaea84583" providerId="LiveId" clId="{3D041417-5BD2-480F-B7C5-04AC4181D60D}" dt="2025-11-02T17:41:31.766" v="636" actId="1076"/>
          <ac:picMkLst>
            <pc:docMk/>
            <pc:sldMk cId="597605755" sldId="276"/>
            <ac:picMk id="9" creationId="{1CDFC8DC-CD80-4682-E2EF-DFCFED280108}"/>
          </ac:picMkLst>
        </pc:picChg>
        <pc:picChg chg="add mod">
          <ac:chgData name="tuhina ghosh" userId="64efccdeaea84583" providerId="LiveId" clId="{3D041417-5BD2-480F-B7C5-04AC4181D60D}" dt="2025-11-02T17:50:21.874" v="694" actId="14100"/>
          <ac:picMkLst>
            <pc:docMk/>
            <pc:sldMk cId="597605755" sldId="276"/>
            <ac:picMk id="15" creationId="{20C54E7D-E12A-E669-1E23-C0D58F2F9325}"/>
          </ac:picMkLst>
        </pc:picChg>
      </pc:sldChg>
      <pc:sldChg chg="addSp modSp add mod">
        <pc:chgData name="tuhina ghosh" userId="64efccdeaea84583" providerId="LiveId" clId="{3D041417-5BD2-480F-B7C5-04AC4181D60D}" dt="2025-11-02T21:28:09.643" v="1068" actId="14100"/>
        <pc:sldMkLst>
          <pc:docMk/>
          <pc:sldMk cId="580117297" sldId="277"/>
        </pc:sldMkLst>
        <pc:spChg chg="mod">
          <ac:chgData name="tuhina ghosh" userId="64efccdeaea84583" providerId="LiveId" clId="{3D041417-5BD2-480F-B7C5-04AC4181D60D}" dt="2025-11-02T21:28:01.145" v="1066" actId="1076"/>
          <ac:spMkLst>
            <pc:docMk/>
            <pc:sldMk cId="580117297" sldId="277"/>
            <ac:spMk id="7" creationId="{29FCC148-3EB8-5C70-555E-664E0DD76D5D}"/>
          </ac:spMkLst>
        </pc:spChg>
        <pc:picChg chg="add mod">
          <ac:chgData name="tuhina ghosh" userId="64efccdeaea84583" providerId="LiveId" clId="{3D041417-5BD2-480F-B7C5-04AC4181D60D}" dt="2025-11-02T21:28:09.643" v="1068" actId="14100"/>
          <ac:picMkLst>
            <pc:docMk/>
            <pc:sldMk cId="580117297" sldId="277"/>
            <ac:picMk id="3" creationId="{AA00FA16-54EF-1E1B-A4A0-DA73C34A041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0111-1041-2B97-2EB8-BA4647904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A2F976-A84A-D490-CC7C-CBB3DC229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667CC-3E72-6F44-A8FC-048068993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23203-90F0-7840-1D04-5BBC5D59F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F2248-A8AF-D013-37F6-5F2F9A3A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1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02D9C-F91A-3DA3-C414-64EC072D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2412E-D290-866E-382F-F5D2D822E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C75C8-2E1B-B459-15EE-C2F45DB2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B4DDF-222F-909B-2444-E3AB2323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DC71C-1F67-0739-FF77-A5E93B9B6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18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81FAF-8E1F-4333-477E-F2DBE7BA4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946AF-BD24-E1D8-D6B9-C78F990CE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1E82-18E5-1B80-44F5-AAE1AFED1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33375-4F0C-C861-DB16-6373F45CE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B4-0D55-3810-8085-E1827B4C4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ECCC1-5813-8A6D-CAD6-01699F74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384D4-D206-473E-D8F5-794C43A73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B59AD-0193-9C04-1875-1361B8C81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832A8-237C-7408-79C4-B4BC816B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0557B-12C0-2243-1C1B-89BBE1BB4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BF19A-96EE-CADD-A450-7B60DC01E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6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CCCA-0BB9-B296-FAA0-19FDC1B3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63EFF-78A5-D42B-9DA3-DDA748954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090DA-81FA-9D80-EA08-9CC278330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EBF51-9AC2-1072-F9A5-253C47C68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5D6C9A-3A05-A925-2B1D-78DB5A701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7D3AA5-B58F-B5AF-D2F4-BDE84F79F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3324A-0582-ED48-0312-45999557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CBEFD-C538-B301-A8A6-E0ACF2C0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05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FED83-38FB-5E56-3703-FCCC60FD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8B8829-BB9C-6D7A-1652-93C34DF7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4DF0E-716E-AF89-DEBA-43D4DA41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86F07-F944-C7E0-A406-59B8F488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622C8-201E-0480-ACF9-8F956A7E0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BADC4-BD80-C666-0FBE-933FF771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C0AC9-0D39-C273-5E9F-49C324ED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76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3B63B-2E4A-5C73-905F-D202D4F9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A7CD0-0028-AE7C-CD0C-4F0ABE5A2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7D75B-20A9-0FA3-9DAB-EA42BFF81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11199-E9DE-A7A6-C5D2-2E94D4A3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BB3F3-B8A9-4624-7F86-FA5C0C48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8D970-2CCE-1B4A-F0C0-6B6CC61E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8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18D1-AC39-8B16-5B95-0B21039A7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95BF43-3D48-1BE6-E149-BBB4C63BE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42E1D-39CD-83E5-0E04-C5876E97E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08FCE-79E9-898C-DF56-8A75285EB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E43E1-0386-A907-FE46-AB705A1E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09B08-E5C7-2EA8-729A-41C92985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42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D6C4-9D49-DE29-5660-7FF8B7BA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52FA4-A1EC-2551-18D3-9F4DF7CBE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D5B1E-C460-6419-CA54-F3A54C0FD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EFD2B-F62C-7A7C-9ED5-93CDEAD4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7BB70-5346-E856-DE82-A4315592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88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55DEE4-83EA-D2C1-3549-05DB339D7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81393-4A22-E833-0DD4-95B05BF2D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F6D37-81FE-DB70-5095-4044F7F9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2DBE6-3D2E-1C2D-7F74-F16FA4FC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9C8A4-7C4B-CABA-089B-28126BD5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06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8AC36D-8A8D-FA66-1E32-E437884B7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564E2-7670-644C-D5A4-38AD8C344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71ED0-1B36-212D-E1AE-F8F5C5431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5FB6-D30B-4852-9FB9-C72618B9850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2DDE6-5B48-CE66-2682-07B9A9B21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3A776-668A-E15E-C582-003EA300D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2E2CB-64D2-4BB8-B6A6-5A625A9D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3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D83601-0669-9DA3-4B93-DDEFC9B5F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DB86E4-006C-03B2-AC6B-1B35BD74DC41}"/>
              </a:ext>
            </a:extLst>
          </p:cNvPr>
          <p:cNvSpPr txBox="1"/>
          <p:nvPr/>
        </p:nvSpPr>
        <p:spPr>
          <a:xfrm>
            <a:off x="922452" y="2014418"/>
            <a:ext cx="77028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</a:p>
          <a:p>
            <a:pPr algn="ctr"/>
            <a:r>
              <a:rPr lang="en-GB" sz="4000" b="1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 ANALYSIS</a:t>
            </a:r>
          </a:p>
          <a:p>
            <a:pPr algn="ctr"/>
            <a:r>
              <a:rPr lang="en-GB" sz="1700" b="1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Optimising e-Commerce Performance through Data-Driven Insights</a:t>
            </a:r>
            <a:endParaRPr lang="en-US" sz="1700" b="1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42E041-FD67-6285-3F11-8E780C234E0E}"/>
              </a:ext>
            </a:extLst>
          </p:cNvPr>
          <p:cNvSpPr/>
          <p:nvPr/>
        </p:nvSpPr>
        <p:spPr>
          <a:xfrm>
            <a:off x="2820774" y="3997242"/>
            <a:ext cx="3906232" cy="491957"/>
          </a:xfrm>
          <a:prstGeom prst="roundRect">
            <a:avLst/>
          </a:prstGeom>
          <a:gradFill flip="none" rotWithShape="1">
            <a:gsLst>
              <a:gs pos="0">
                <a:srgbClr val="008080">
                  <a:tint val="66000"/>
                  <a:satMod val="160000"/>
                </a:srgbClr>
              </a:gs>
              <a:gs pos="50000">
                <a:srgbClr val="008080">
                  <a:tint val="44500"/>
                  <a:satMod val="160000"/>
                </a:srgbClr>
              </a:gs>
              <a:gs pos="100000">
                <a:srgbClr val="008080">
                  <a:tint val="23500"/>
                  <a:satMod val="160000"/>
                </a:srgbClr>
              </a:gs>
            </a:gsLst>
            <a:lin ang="13500000" scaled="1"/>
            <a:tileRect/>
          </a:gra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B1687-F670-1329-9A1F-C7CD9C94D358}"/>
              </a:ext>
            </a:extLst>
          </p:cNvPr>
          <p:cNvSpPr txBox="1"/>
          <p:nvPr/>
        </p:nvSpPr>
        <p:spPr>
          <a:xfrm>
            <a:off x="2872032" y="4043165"/>
            <a:ext cx="3803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0666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Presented By: TUHINA GHOSH</a:t>
            </a:r>
            <a:endParaRPr lang="en-US" sz="2000" b="1" dirty="0">
              <a:solidFill>
                <a:srgbClr val="006666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347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BE1EAC-4A43-3D99-0196-B71AD72D2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854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DF0697-B80F-5CC3-ABD5-D1CEC3765CD3}"/>
              </a:ext>
            </a:extLst>
          </p:cNvPr>
          <p:cNvSpPr txBox="1"/>
          <p:nvPr/>
        </p:nvSpPr>
        <p:spPr>
          <a:xfrm>
            <a:off x="4997878" y="3379194"/>
            <a:ext cx="57692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0" fontAlgn="base">
              <a:buFont typeface="Wingdings" panose="05000000000000000000" pitchFamily="2" charset="2"/>
              <a:buChar char="q"/>
            </a:pPr>
            <a:r>
              <a:rPr lang="en-US" sz="2000" b="1" i="0" u="none" strike="noStrike" dirty="0">
                <a:solidFill>
                  <a:srgbClr val="00206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Statement</a:t>
            </a:r>
          </a:p>
          <a:p>
            <a:pPr algn="r" rtl="0" fontAlgn="base"/>
            <a:endParaRPr lang="en-US" sz="2000" b="1" i="0" u="none" strike="noStrike" dirty="0">
              <a:solidFill>
                <a:srgbClr val="00206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r" rtl="0" fontAlgn="base">
              <a:buFont typeface="Wingdings" panose="05000000000000000000" pitchFamily="2" charset="2"/>
              <a:buChar char="q"/>
            </a:pPr>
            <a:r>
              <a:rPr lang="en-US" sz="2000" b="1" i="0" u="none" strike="noStrike" dirty="0">
                <a:solidFill>
                  <a:srgbClr val="00206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Description</a:t>
            </a:r>
          </a:p>
          <a:p>
            <a:pPr algn="r" rtl="0" fontAlgn="base"/>
            <a:endParaRPr lang="en-US" sz="2000" b="1" i="0" u="none" strike="noStrike" dirty="0">
              <a:solidFill>
                <a:srgbClr val="00206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r" rtl="0" fontAlgn="base">
              <a:buFont typeface="Wingdings" panose="05000000000000000000" pitchFamily="2" charset="2"/>
              <a:buChar char="q"/>
            </a:pPr>
            <a:r>
              <a:rPr lang="en-US" sz="2000" b="1" i="0" u="none" strike="noStrike" dirty="0">
                <a:solidFill>
                  <a:srgbClr val="00206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Objective Key Metrics and Visualizations</a:t>
            </a:r>
          </a:p>
          <a:p>
            <a:pPr algn="r" rtl="0" fontAlgn="base"/>
            <a:endParaRPr lang="en-US" sz="2000" b="1" i="0" u="none" strike="noStrike" dirty="0">
              <a:solidFill>
                <a:srgbClr val="00206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r" rtl="0" fontAlgn="base">
              <a:buFont typeface="Wingdings" panose="05000000000000000000" pitchFamily="2" charset="2"/>
              <a:buChar char="q"/>
            </a:pPr>
            <a:r>
              <a:rPr lang="en-US" sz="2000" b="1" i="0" u="none" strike="noStrike" dirty="0">
                <a:solidFill>
                  <a:srgbClr val="00206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Subjective Question for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9B658-B5A1-F146-1FA3-EFD7A42251DB}"/>
              </a:ext>
            </a:extLst>
          </p:cNvPr>
          <p:cNvSpPr txBox="1"/>
          <p:nvPr/>
        </p:nvSpPr>
        <p:spPr>
          <a:xfrm>
            <a:off x="7999282" y="2142106"/>
            <a:ext cx="26530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buNone/>
            </a:pPr>
            <a:r>
              <a:rPr lang="en-US" sz="4000" b="1" strike="noStrike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US" sz="4000" b="1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18AE0F4-9BA0-089A-FA8C-AE9C68BA6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713" y="2670882"/>
            <a:ext cx="3028950" cy="330517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854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36494F-F8A6-E651-1A49-009637F83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3DD085-AA82-6BDD-6F92-CF489A09D4CB}"/>
              </a:ext>
            </a:extLst>
          </p:cNvPr>
          <p:cNvSpPr txBox="1"/>
          <p:nvPr/>
        </p:nvSpPr>
        <p:spPr>
          <a:xfrm>
            <a:off x="2670143" y="1771395"/>
            <a:ext cx="61698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666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  <a:endParaRPr lang="en-US" sz="4000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482749-C5E7-9123-D2EE-72372415DB4E}"/>
              </a:ext>
            </a:extLst>
          </p:cNvPr>
          <p:cNvSpPr txBox="1"/>
          <p:nvPr/>
        </p:nvSpPr>
        <p:spPr>
          <a:xfrm>
            <a:off x="1963917" y="2901099"/>
            <a:ext cx="77331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Amazon is a global leader in e-commerce, offering a vast range of products and services, including retail, cloud computing, and entertainment. Renowned for its customer-centric approach, innovative technologies, and efficient delivery systems, Amazon has revolutionized online shopping, making it convenient, reliable, and accessible worldwide.</a:t>
            </a:r>
          </a:p>
        </p:txBody>
      </p:sp>
    </p:spTree>
    <p:extLst>
      <p:ext uri="{BB962C8B-B14F-4D97-AF65-F5344CB8AC3E}">
        <p14:creationId xmlns:p14="http://schemas.microsoft.com/office/powerpoint/2010/main" val="3372717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AEA4AE-7D7E-13ED-BE0F-96DC5205B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EBB420-4888-C25F-3A35-6559ED13338B}"/>
              </a:ext>
            </a:extLst>
          </p:cNvPr>
          <p:cNvSpPr txBox="1"/>
          <p:nvPr/>
        </p:nvSpPr>
        <p:spPr>
          <a:xfrm>
            <a:off x="2322724" y="2284584"/>
            <a:ext cx="8132583" cy="2288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endParaRPr lang="en-US" sz="2100" b="1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2000"/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Amazon, an E-commerce company currently performing well. The stakeholders wish to maintain this level of performance and seek an improvement with new strategies.</a:t>
            </a: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Other than discounts and Prime membership perks, the company wants additional methods to identify and reward customers and enhance their shopping experience.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8C2BF-6154-D765-C7E9-D65FF622D76B}"/>
              </a:ext>
            </a:extLst>
          </p:cNvPr>
          <p:cNvSpPr txBox="1"/>
          <p:nvPr/>
        </p:nvSpPr>
        <p:spPr>
          <a:xfrm>
            <a:off x="3011079" y="1413177"/>
            <a:ext cx="61698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000" b="1" i="0" u="none" strike="noStrike" dirty="0">
                <a:solidFill>
                  <a:srgbClr val="00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74813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91DCCE-7C1F-FC9A-75EB-408747CFC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27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126E30-7B8E-896A-2717-1CD4374A3265}"/>
              </a:ext>
            </a:extLst>
          </p:cNvPr>
          <p:cNvSpPr txBox="1"/>
          <p:nvPr/>
        </p:nvSpPr>
        <p:spPr>
          <a:xfrm>
            <a:off x="7582685" y="1745185"/>
            <a:ext cx="33237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</a:t>
            </a:r>
            <a:endParaRPr lang="en-US" sz="4000" dirty="0">
              <a:solidFill>
                <a:srgbClr val="00666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8301C-3E64-F0AE-3CE1-D0084BF6D638}"/>
              </a:ext>
            </a:extLst>
          </p:cNvPr>
          <p:cNvSpPr txBox="1"/>
          <p:nvPr/>
        </p:nvSpPr>
        <p:spPr>
          <a:xfrm>
            <a:off x="5524500" y="2811601"/>
            <a:ext cx="5381918" cy="2852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Revenue Distribution Analysis</a:t>
            </a:r>
          </a:p>
          <a:p>
            <a:pPr marL="342900" lvl="0" indent="-342900" algn="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Periodic And Geographical Analysis</a:t>
            </a:r>
          </a:p>
          <a:p>
            <a:pPr marL="342900" lvl="0" indent="-342900" algn="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 Analysis</a:t>
            </a:r>
          </a:p>
          <a:p>
            <a:pPr marL="342900" lvl="0" indent="-342900" algn="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Satisfaction Analysis</a:t>
            </a:r>
          </a:p>
          <a:p>
            <a:pPr marL="342900" lvl="0" indent="-342900" algn="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Service Analysis</a:t>
            </a:r>
          </a:p>
        </p:txBody>
      </p:sp>
    </p:spTree>
    <p:extLst>
      <p:ext uri="{BB962C8B-B14F-4D97-AF65-F5344CB8AC3E}">
        <p14:creationId xmlns:p14="http://schemas.microsoft.com/office/powerpoint/2010/main" val="137762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BC9142-004D-2FC3-418B-34847435D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958F13-0987-AB37-005F-57410658C70D}"/>
              </a:ext>
            </a:extLst>
          </p:cNvPr>
          <p:cNvSpPr txBox="1"/>
          <p:nvPr/>
        </p:nvSpPr>
        <p:spPr>
          <a:xfrm>
            <a:off x="1548745" y="656499"/>
            <a:ext cx="90945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Performance Indicators</a:t>
            </a:r>
            <a:endParaRPr lang="en-US" sz="3400" dirty="0">
              <a:solidFill>
                <a:srgbClr val="00666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0282A-6547-5061-0344-3601FF4B04C7}"/>
              </a:ext>
            </a:extLst>
          </p:cNvPr>
          <p:cNvSpPr txBox="1"/>
          <p:nvPr/>
        </p:nvSpPr>
        <p:spPr>
          <a:xfrm>
            <a:off x="1039307" y="2062460"/>
            <a:ext cx="3928619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total Revenue generated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B295F-14A7-AB66-87CA-974B9B3BB7B5}"/>
              </a:ext>
            </a:extLst>
          </p:cNvPr>
          <p:cNvSpPr txBox="1"/>
          <p:nvPr/>
        </p:nvSpPr>
        <p:spPr>
          <a:xfrm>
            <a:off x="5800233" y="2062460"/>
            <a:ext cx="5154105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total number of Unique Customers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067C58-E676-A586-4262-BC35F6A82608}"/>
              </a:ext>
            </a:extLst>
          </p:cNvPr>
          <p:cNvSpPr txBox="1"/>
          <p:nvPr/>
        </p:nvSpPr>
        <p:spPr>
          <a:xfrm>
            <a:off x="3661527" y="4135032"/>
            <a:ext cx="4277412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Unique Products that are sold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6D92DB-D465-D90A-C455-95DDA06C0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745" y="2691109"/>
            <a:ext cx="2213773" cy="1068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7916C-B589-D0DE-7B80-307E2CF86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454" y="2689796"/>
            <a:ext cx="2566214" cy="1068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D64719-A699-064F-0354-F6BCB952B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926" y="4763681"/>
            <a:ext cx="2023571" cy="106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3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DAFE-0F25-236B-BFBC-3CF1445EF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10410-E5FE-07CD-2B49-4E3FBBB08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E4F131-ECF9-D294-59B1-E8076B05E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BA210D-FB00-AA42-994E-871CC4F541CF}"/>
              </a:ext>
            </a:extLst>
          </p:cNvPr>
          <p:cNvSpPr txBox="1"/>
          <p:nvPr/>
        </p:nvSpPr>
        <p:spPr>
          <a:xfrm>
            <a:off x="2119066" y="559813"/>
            <a:ext cx="795386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Performance Indicators</a:t>
            </a:r>
            <a:endParaRPr lang="en-US" sz="3400" dirty="0">
              <a:solidFill>
                <a:srgbClr val="00666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373F5-C284-ABC3-2573-70C83D999EBA}"/>
              </a:ext>
            </a:extLst>
          </p:cNvPr>
          <p:cNvSpPr txBox="1"/>
          <p:nvPr/>
        </p:nvSpPr>
        <p:spPr>
          <a:xfrm>
            <a:off x="3011078" y="4044221"/>
            <a:ext cx="6169842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Average Delivery Time taken to deliver the products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F6C41-08AF-F03E-BE52-BA7EFEB9DF4D}"/>
              </a:ext>
            </a:extLst>
          </p:cNvPr>
          <p:cNvSpPr txBox="1"/>
          <p:nvPr/>
        </p:nvSpPr>
        <p:spPr>
          <a:xfrm>
            <a:off x="7564224" y="2034797"/>
            <a:ext cx="378957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Overall Average Rating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3DF51D-4C51-8A7D-5AE3-7758D9D6BD40}"/>
              </a:ext>
            </a:extLst>
          </p:cNvPr>
          <p:cNvSpPr txBox="1"/>
          <p:nvPr/>
        </p:nvSpPr>
        <p:spPr>
          <a:xfrm>
            <a:off x="1086439" y="2034797"/>
            <a:ext cx="4337114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Number of Order Quantity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D5488D-6D9F-1E9A-5C30-C2ABA276A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935" y="2585601"/>
            <a:ext cx="2077075" cy="10385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9AA730-94D5-AAF7-F6FD-B8C7E9DCA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578" y="2585601"/>
            <a:ext cx="2390487" cy="11040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A9F71B-A095-68B6-4B64-E0D3657E1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465" y="4595025"/>
            <a:ext cx="1932836" cy="103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25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9C4FD-C6CB-7647-F919-19DCA623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8224CB-1890-A4B3-FC21-163E956E9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95F8B9-54ED-FFC3-E7EC-30BD0AF6567A}"/>
              </a:ext>
            </a:extLst>
          </p:cNvPr>
          <p:cNvSpPr txBox="1"/>
          <p:nvPr/>
        </p:nvSpPr>
        <p:spPr>
          <a:xfrm>
            <a:off x="5396846" y="262880"/>
            <a:ext cx="616984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Distribution Analysis </a:t>
            </a:r>
            <a:endParaRPr lang="en-US" sz="3400" dirty="0">
              <a:solidFill>
                <a:srgbClr val="006666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DFC8DC-CD80-4682-E2EF-DFCFED280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30" y="3287541"/>
            <a:ext cx="5043844" cy="30284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DD3187-0319-D335-DB98-586201AE690A}"/>
              </a:ext>
            </a:extLst>
          </p:cNvPr>
          <p:cNvSpPr txBox="1"/>
          <p:nvPr/>
        </p:nvSpPr>
        <p:spPr>
          <a:xfrm>
            <a:off x="850770" y="1110534"/>
            <a:ext cx="10310566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6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Key takeaways:</a:t>
            </a:r>
          </a:p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 </a:t>
            </a:r>
          </a:p>
          <a:p>
            <a:pPr marL="285750" lvl="0" indent="-28575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With revenue distribution, we can understand which product contributing more to the revenue and also in which year revenue generated more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.</a:t>
            </a: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Revenue generated in the year 2020 is more compared to previous years.</a:t>
            </a:r>
            <a:endParaRPr lang="en-US" sz="1600" dirty="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Top revenue generated product is Canon EOS 600D 18MP DSLR Camera- Black with 14M sales.</a:t>
            </a:r>
            <a:endParaRPr lang="en-US" sz="1600" dirty="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C54E7D-E12A-E669-1E23-C0D58F2F9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185" y="3205113"/>
            <a:ext cx="4555503" cy="311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05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37A127-7A57-A50A-B1B8-208421B09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00C816-C3A7-64C6-6E0A-B01FD023F219}"/>
              </a:ext>
            </a:extLst>
          </p:cNvPr>
          <p:cNvSpPr txBox="1"/>
          <p:nvPr/>
        </p:nvSpPr>
        <p:spPr>
          <a:xfrm>
            <a:off x="4270342" y="376231"/>
            <a:ext cx="735997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Periodic And Geographical Analysis</a:t>
            </a:r>
            <a:endParaRPr lang="en-US" sz="3400" dirty="0">
              <a:solidFill>
                <a:srgbClr val="00666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7A241E-D027-F089-83B9-F48531476B9C}"/>
              </a:ext>
            </a:extLst>
          </p:cNvPr>
          <p:cNvSpPr txBox="1"/>
          <p:nvPr/>
        </p:nvSpPr>
        <p:spPr>
          <a:xfrm>
            <a:off x="989812" y="1143433"/>
            <a:ext cx="10256365" cy="180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6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Key takeaways:</a:t>
            </a:r>
          </a:p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6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 </a:t>
            </a:r>
          </a:p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Periodic and Geographic analysis will help to devise target marketing and distribution strategies.</a:t>
            </a: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The average sales value dropped for February, June and September.</a:t>
            </a:r>
            <a:endParaRPr lang="en-US" sz="1600" dirty="0">
              <a:solidFill>
                <a:srgbClr val="002060"/>
              </a:solidFill>
            </a:endParaRP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North America and African regions are contributing more to revenue.</a:t>
            </a:r>
            <a:endParaRPr lang="en-US" sz="1600" dirty="0">
              <a:solidFill>
                <a:srgbClr val="002060"/>
              </a:solidFill>
            </a:endParaRP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South America is the least revenue contributing region.</a:t>
            </a:r>
            <a:endParaRPr lang="en-US" sz="1600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4935DC-342A-0812-1C91-2C421D751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12" y="3290266"/>
            <a:ext cx="4310247" cy="30445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08C7E7-F63B-6B81-E5C8-B49680E79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986" y="3290266"/>
            <a:ext cx="5289390" cy="304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3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A0EF35-AA76-1694-8B27-D0D0F23FD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FC60DC-624B-2807-0AD0-C2E9ACB23484}"/>
              </a:ext>
            </a:extLst>
          </p:cNvPr>
          <p:cNvSpPr txBox="1"/>
          <p:nvPr/>
        </p:nvSpPr>
        <p:spPr>
          <a:xfrm>
            <a:off x="3523661" y="405914"/>
            <a:ext cx="514467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Analysis</a:t>
            </a:r>
            <a:endParaRPr lang="en-US" sz="3400" dirty="0">
              <a:solidFill>
                <a:srgbClr val="006666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E15308-EC88-3625-31A3-61322D243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727" y="3159377"/>
            <a:ext cx="3785729" cy="32319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3D8DC8-87F1-5391-A364-062B637AC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746" y="3461035"/>
            <a:ext cx="5720964" cy="2930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F1D5F7-E8E5-A94D-9D5B-244AA2F82835}"/>
              </a:ext>
            </a:extLst>
          </p:cNvPr>
          <p:cNvSpPr txBox="1"/>
          <p:nvPr/>
        </p:nvSpPr>
        <p:spPr>
          <a:xfrm>
            <a:off x="1036727" y="1180318"/>
            <a:ext cx="10330983" cy="155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6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Key takeaways:</a:t>
            </a:r>
          </a:p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6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 </a:t>
            </a:r>
          </a:p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In the product analysis, we can see the Most popular products and underperform products.</a:t>
            </a:r>
            <a:endParaRPr lang="en-US" sz="1600" dirty="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We can see a clear distinction between the most popular, enjoying customer preference with high sales, and the underperforming products, indicating areas that may need targeted marketing efforts to enhance their overall sales. </a:t>
            </a:r>
            <a:endParaRPr lang="en-US" sz="1600" dirty="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728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125074-418E-D45F-2E92-79A3810CA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254EA4-DB71-D5E5-8704-6F8080A70C1F}"/>
              </a:ext>
            </a:extLst>
          </p:cNvPr>
          <p:cNvSpPr txBox="1"/>
          <p:nvPr/>
        </p:nvSpPr>
        <p:spPr>
          <a:xfrm>
            <a:off x="2491032" y="385656"/>
            <a:ext cx="696405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Satisfaction Analysis</a:t>
            </a:r>
            <a:endParaRPr lang="en-US" sz="3400" dirty="0">
              <a:solidFill>
                <a:srgbClr val="006666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1CF93C-B34D-40FB-3ACC-1E7684A2A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29" y="3659988"/>
            <a:ext cx="4530501" cy="26276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820AB4-158E-960F-D7E8-D11811F96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59986"/>
            <a:ext cx="5067685" cy="26276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5901E8-4030-33AF-C809-FF9440A73D7B}"/>
              </a:ext>
            </a:extLst>
          </p:cNvPr>
          <p:cNvSpPr txBox="1"/>
          <p:nvPr/>
        </p:nvSpPr>
        <p:spPr>
          <a:xfrm>
            <a:off x="1012722" y="1219523"/>
            <a:ext cx="10166556" cy="2028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6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Key takeaways:</a:t>
            </a:r>
          </a:p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6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 </a:t>
            </a:r>
          </a:p>
          <a:p>
            <a:pPr marL="228600" lvl="0" indent="-228600">
              <a:lnSpc>
                <a:spcPct val="90000"/>
              </a:lnSpc>
              <a:buClr>
                <a:schemeClr val="dk1"/>
              </a:buClr>
              <a:buSzPts val="2000"/>
              <a:buChar char="•"/>
            </a:pPr>
            <a:r>
              <a:rPr lang="en-US" sz="16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Customer satisfaction will help to understand how they are interested in the platform and how happy they are with shopping experience.</a:t>
            </a:r>
            <a:endParaRPr lang="en-US" sz="1600" dirty="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Char char="•"/>
            </a:pPr>
            <a:r>
              <a:rPr lang="en-US" sz="16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Average rating given by customers is 2.73, which is above average.</a:t>
            </a:r>
            <a:endParaRPr lang="en-US" sz="1600" dirty="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Char char="•"/>
            </a:pPr>
            <a:r>
              <a:rPr lang="en-US" sz="16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Customers gave 4 &amp; 5 rating for low unit price products </a:t>
            </a:r>
            <a:endParaRPr lang="en-US" sz="1600" dirty="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Char char="•"/>
            </a:pPr>
            <a:r>
              <a:rPr lang="en-US" sz="16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With less Delivery time, the ratings are very good compared to high delivery time.</a:t>
            </a:r>
            <a:endParaRPr lang="en-US" sz="1600" dirty="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819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77BE55-BE90-1800-3E77-D4F97F2E4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916ECD-CF2D-A404-F22F-B5C08A323587}"/>
              </a:ext>
            </a:extLst>
          </p:cNvPr>
          <p:cNvSpPr txBox="1"/>
          <p:nvPr/>
        </p:nvSpPr>
        <p:spPr>
          <a:xfrm>
            <a:off x="3011079" y="395082"/>
            <a:ext cx="616984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Loyalty Program</a:t>
            </a:r>
            <a:endParaRPr lang="en-US" sz="3400" dirty="0">
              <a:solidFill>
                <a:srgbClr val="00666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D91036-9A91-FA20-780D-829AFCDC005E}"/>
              </a:ext>
            </a:extLst>
          </p:cNvPr>
          <p:cNvSpPr txBox="1"/>
          <p:nvPr/>
        </p:nvSpPr>
        <p:spPr>
          <a:xfrm>
            <a:off x="999241" y="1287631"/>
            <a:ext cx="10030120" cy="16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6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Key takeaways:</a:t>
            </a:r>
          </a:p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6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 </a:t>
            </a:r>
          </a:p>
          <a:p>
            <a:pPr marL="228600" lvl="0" indent="-228600">
              <a:lnSpc>
                <a:spcPct val="90000"/>
              </a:lnSpc>
              <a:buClr>
                <a:schemeClr val="dk1"/>
              </a:buClr>
              <a:buSzPts val="200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Every company go for customer loyalty program to encourage customers engaging them to purchase more.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Grouping the customers by their spending value, 85.22% customers spend low compared to others.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Despite their high revenue, these products have low average discount value. Giving discounts to these products will drive sales and revenue.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A74C55-526B-5E66-9B23-1D00B6B83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41" y="3443661"/>
            <a:ext cx="4449452" cy="28588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DA030A-BF3D-350F-2853-9931034FB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57" y="3372249"/>
            <a:ext cx="4695204" cy="29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59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011951-45A4-4948-93BB-F8A609127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68D33E-7C3E-6EFC-5329-C2F44BDC9C54}"/>
              </a:ext>
            </a:extLst>
          </p:cNvPr>
          <p:cNvSpPr txBox="1"/>
          <p:nvPr/>
        </p:nvSpPr>
        <p:spPr>
          <a:xfrm>
            <a:off x="2934093" y="228471"/>
            <a:ext cx="616984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– Main Tab</a:t>
            </a:r>
            <a:endParaRPr lang="en-US" sz="3400" dirty="0">
              <a:solidFill>
                <a:srgbClr val="006666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DE0A1A-01C7-E11A-2A4C-9B9160EFB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84" y="1072495"/>
            <a:ext cx="10716032" cy="546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781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F17EA2-350A-EB6A-C7CF-25F64A217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AF3485-F237-B70A-6E3C-5A312ED9D1E6}"/>
              </a:ext>
            </a:extLst>
          </p:cNvPr>
          <p:cNvSpPr txBox="1"/>
          <p:nvPr/>
        </p:nvSpPr>
        <p:spPr>
          <a:xfrm>
            <a:off x="3103776" y="237451"/>
            <a:ext cx="6169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Tab</a:t>
            </a:r>
            <a:endParaRPr lang="en-US" sz="3400" dirty="0">
              <a:solidFill>
                <a:srgbClr val="006666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88A810-5524-B9AF-60EF-DBDDABBE7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30" y="1105569"/>
            <a:ext cx="10869104" cy="553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935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6AE1-C8DC-94D6-9A2A-3F98C823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803279-DD80-3C27-15EA-AB12291AF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FCC148-3EB8-5C70-555E-664E0DD76D5D}"/>
              </a:ext>
            </a:extLst>
          </p:cNvPr>
          <p:cNvSpPr txBox="1"/>
          <p:nvPr/>
        </p:nvSpPr>
        <p:spPr>
          <a:xfrm>
            <a:off x="3011079" y="217922"/>
            <a:ext cx="6169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Product Tab</a:t>
            </a:r>
            <a:endParaRPr lang="en-US" sz="3400" dirty="0">
              <a:solidFill>
                <a:srgbClr val="00666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00FA16-54EF-1E1B-A4A0-DA73C34A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82" y="1082175"/>
            <a:ext cx="10782466" cy="548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17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B51D2F-B454-F57C-ACCD-68CD87E94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FC914E-602D-CC08-B649-BC98FF14926B}"/>
              </a:ext>
            </a:extLst>
          </p:cNvPr>
          <p:cNvSpPr txBox="1"/>
          <p:nvPr/>
        </p:nvSpPr>
        <p:spPr>
          <a:xfrm>
            <a:off x="3011079" y="819289"/>
            <a:ext cx="616984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</a:t>
            </a:r>
            <a:endParaRPr lang="en-US" sz="3400" dirty="0">
              <a:solidFill>
                <a:srgbClr val="00666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3CF5B9-8205-3BE5-1FCC-8CC787520C4C}"/>
              </a:ext>
            </a:extLst>
          </p:cNvPr>
          <p:cNvSpPr txBox="1"/>
          <p:nvPr/>
        </p:nvSpPr>
        <p:spPr>
          <a:xfrm>
            <a:off x="2665822" y="2014469"/>
            <a:ext cx="6860355" cy="3725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b="1" dirty="0">
                <a:solidFill>
                  <a:srgbClr val="002060"/>
                </a:solidFill>
              </a:rPr>
              <a:t>Customer Retention</a:t>
            </a:r>
            <a:r>
              <a:rPr lang="en-US" sz="1800" dirty="0">
                <a:solidFill>
                  <a:srgbClr val="002060"/>
                </a:solidFill>
              </a:rPr>
              <a:t>: Introduce loyalty programs with exclusive perks for frequent buyers.</a:t>
            </a:r>
            <a:endParaRPr lang="en-US" dirty="0">
              <a:solidFill>
                <a:srgbClr val="00206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b="1" dirty="0">
                <a:solidFill>
                  <a:srgbClr val="002060"/>
                </a:solidFill>
              </a:rPr>
              <a:t>Enhanced Value Proposition</a:t>
            </a:r>
            <a:r>
              <a:rPr lang="en-US" sz="1800" dirty="0">
                <a:solidFill>
                  <a:srgbClr val="002060"/>
                </a:solidFill>
              </a:rPr>
              <a:t>: Expand Prime benefits and personalized offers.</a:t>
            </a:r>
            <a:endParaRPr lang="en-US" dirty="0">
              <a:solidFill>
                <a:srgbClr val="00206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b="1" dirty="0">
                <a:solidFill>
                  <a:srgbClr val="002060"/>
                </a:solidFill>
              </a:rPr>
              <a:t>Data-Driven Insights</a:t>
            </a:r>
            <a:r>
              <a:rPr lang="en-US" sz="1800" dirty="0">
                <a:solidFill>
                  <a:srgbClr val="002060"/>
                </a:solidFill>
              </a:rPr>
              <a:t>: Use data analytics to identify high-value customers and optimize campaigns.</a:t>
            </a:r>
            <a:endParaRPr lang="en-US" dirty="0">
              <a:solidFill>
                <a:srgbClr val="00206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b="1" dirty="0">
                <a:solidFill>
                  <a:srgbClr val="002060"/>
                </a:solidFill>
              </a:rPr>
              <a:t>Feedback Utilization</a:t>
            </a:r>
            <a:r>
              <a:rPr lang="en-US" sz="1800" dirty="0">
                <a:solidFill>
                  <a:srgbClr val="002060"/>
                </a:solidFill>
              </a:rPr>
              <a:t>: Act on customer feedback to improve service and product quality.</a:t>
            </a:r>
            <a:endParaRPr lang="en-US" dirty="0">
              <a:solidFill>
                <a:srgbClr val="00206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b="1" dirty="0">
                <a:solidFill>
                  <a:srgbClr val="002060"/>
                </a:solidFill>
              </a:rPr>
              <a:t>Location-Specific Offers</a:t>
            </a:r>
            <a:r>
              <a:rPr lang="en-US" sz="1800" dirty="0">
                <a:solidFill>
                  <a:srgbClr val="002060"/>
                </a:solidFill>
              </a:rPr>
              <a:t>: Focus on location-specific marketing and exclusive collaborations.</a:t>
            </a:r>
            <a:endParaRPr lang="en-US" dirty="0">
              <a:solidFill>
                <a:srgbClr val="00206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b="1" dirty="0">
                <a:solidFill>
                  <a:srgbClr val="002060"/>
                </a:solidFill>
              </a:rPr>
              <a:t>Innovative Engagement</a:t>
            </a:r>
            <a:r>
              <a:rPr lang="en-US" sz="1800" dirty="0">
                <a:solidFill>
                  <a:srgbClr val="002060"/>
                </a:solidFill>
              </a:rPr>
              <a:t>: Introduce gamification, dynamic pricing, and interactive rewards to boost customer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3511873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BBA80-A23C-703B-CAD2-64E4F5028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8E01F3-CFFD-2D96-802D-57979D2E6CA7}"/>
              </a:ext>
            </a:extLst>
          </p:cNvPr>
          <p:cNvSpPr txBox="1"/>
          <p:nvPr/>
        </p:nvSpPr>
        <p:spPr>
          <a:xfrm>
            <a:off x="2679570" y="1102093"/>
            <a:ext cx="616984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lang="en-US" sz="3400" dirty="0">
              <a:solidFill>
                <a:srgbClr val="00666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B45773-3104-7A7C-19A9-7EC1D783FC7C}"/>
              </a:ext>
            </a:extLst>
          </p:cNvPr>
          <p:cNvSpPr txBox="1"/>
          <p:nvPr/>
        </p:nvSpPr>
        <p:spPr>
          <a:xfrm>
            <a:off x="2407370" y="2513878"/>
            <a:ext cx="7377259" cy="2471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>
                <a:solidFill>
                  <a:srgbClr val="002060"/>
                </a:solidFill>
              </a:rPr>
              <a:t>Amazon is performing well but needs to focus on maintaining its competitive edge and customer satisfaction.</a:t>
            </a:r>
            <a:endParaRPr lang="en-US" dirty="0">
              <a:solidFill>
                <a:srgbClr val="00206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>
                <a:solidFill>
                  <a:srgbClr val="002060"/>
                </a:solidFill>
              </a:rPr>
              <a:t>Identifying high-value customers and providing them with targeted rewards can boost loyalty.</a:t>
            </a:r>
            <a:endParaRPr lang="en-US" dirty="0">
              <a:solidFill>
                <a:srgbClr val="00206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>
                <a:solidFill>
                  <a:srgbClr val="002060"/>
                </a:solidFill>
              </a:rPr>
              <a:t>Leveraging data analytics and customer feedback will ensure continuous improvement and enhanced shopping experiences.</a:t>
            </a:r>
            <a:endParaRPr lang="en-US" dirty="0">
              <a:solidFill>
                <a:srgbClr val="00206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>
                <a:solidFill>
                  <a:srgbClr val="002060"/>
                </a:solidFill>
              </a:rPr>
              <a:t>Expansion of Prime perks and personalized offerings will keep Amazon attractive to existing and new customers.</a:t>
            </a:r>
          </a:p>
        </p:txBody>
      </p:sp>
    </p:spTree>
    <p:extLst>
      <p:ext uri="{BB962C8B-B14F-4D97-AF65-F5344CB8AC3E}">
        <p14:creationId xmlns:p14="http://schemas.microsoft.com/office/powerpoint/2010/main" val="430410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BFC81B-9A41-B433-DE12-27661B0B4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9448B6-2CD5-5D43-2089-3435EFD0269C}"/>
              </a:ext>
            </a:extLst>
          </p:cNvPr>
          <p:cNvSpPr txBox="1"/>
          <p:nvPr/>
        </p:nvSpPr>
        <p:spPr>
          <a:xfrm>
            <a:off x="2215298" y="2639506"/>
            <a:ext cx="79939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dirty="0">
                <a:solidFill>
                  <a:srgbClr val="002060"/>
                </a:solidFill>
                <a:latin typeface="Broadway" panose="04040905080B02020502" pitchFamily="82" charset="0"/>
              </a:rPr>
              <a:t>THANK YOU</a:t>
            </a:r>
            <a:endParaRPr lang="en-US" sz="8000" dirty="0">
              <a:solidFill>
                <a:srgbClr val="002060"/>
              </a:solidFill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990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650</Words>
  <Application>Microsoft Office PowerPoint</Application>
  <PresentationFormat>Widescreen</PresentationFormat>
  <Paragraphs>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Broadway</vt:lpstr>
      <vt:lpstr>Calibri</vt:lpstr>
      <vt:lpstr>Calibri Light</vt:lpstr>
      <vt:lpstr>Courier New</vt:lpstr>
      <vt:lpstr>Lato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tuhina ghosh</dc:creator>
  <cp:lastModifiedBy>tuhina ghosh</cp:lastModifiedBy>
  <cp:revision>1</cp:revision>
  <dcterms:created xsi:type="dcterms:W3CDTF">2025-10-31T08:53:38Z</dcterms:created>
  <dcterms:modified xsi:type="dcterms:W3CDTF">2025-11-02T22:03:21Z</dcterms:modified>
</cp:coreProperties>
</file>